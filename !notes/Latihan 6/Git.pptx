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62" r:id="rId4"/>
    <p:sldId id="332" r:id="rId5"/>
    <p:sldId id="334" r:id="rId6"/>
    <p:sldId id="335" r:id="rId7"/>
    <p:sldId id="336" r:id="rId8"/>
    <p:sldId id="265" r:id="rId9"/>
    <p:sldId id="293" r:id="rId10"/>
    <p:sldId id="338" r:id="rId11"/>
    <p:sldId id="339" r:id="rId12"/>
    <p:sldId id="267" r:id="rId13"/>
    <p:sldId id="337" r:id="rId14"/>
    <p:sldId id="341" r:id="rId15"/>
    <p:sldId id="340" r:id="rId16"/>
    <p:sldId id="342" r:id="rId17"/>
    <p:sldId id="343" r:id="rId18"/>
    <p:sldId id="344" r:id="rId19"/>
    <p:sldId id="273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283" r:id="rId28"/>
    <p:sldId id="284" r:id="rId29"/>
    <p:sldId id="353" r:id="rId30"/>
    <p:sldId id="354" r:id="rId31"/>
    <p:sldId id="285" r:id="rId32"/>
    <p:sldId id="352" r:id="rId33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35"/>
      <p:bold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Montserrat" panose="020B0604020202020204" charset="0"/>
      <p:regular r:id="rId41"/>
      <p:bold r:id="rId42"/>
      <p:italic r:id="rId43"/>
      <p:boldItalic r:id="rId44"/>
    </p:embeddedFont>
    <p:embeddedFont>
      <p:font typeface="Montserrat Medium" panose="020B0604020202020204" charset="0"/>
      <p:regular r:id="rId45"/>
      <p:bold r:id="rId46"/>
      <p:italic r:id="rId47"/>
      <p:boldItalic r:id="rId48"/>
    </p:embeddedFont>
    <p:embeddedFont>
      <p:font typeface="Roboto" panose="020B0604020202020204" charset="0"/>
      <p:regular r:id="rId49"/>
      <p:bold r:id="rId50"/>
      <p:italic r:id="rId51"/>
      <p:boldItalic r:id="rId52"/>
    </p:embeddedFont>
    <p:embeddedFont>
      <p:font typeface="Roboto Mono" panose="020B060402020202020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iANr1EEBOe/LwcryqLWRnYDE+0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6627" autoAdjust="0"/>
  </p:normalViewPr>
  <p:slideViewPr>
    <p:cSldViewPr snapToGrid="0">
      <p:cViewPr varScale="1">
        <p:scale>
          <a:sx n="95" d="100"/>
          <a:sy n="95" d="100"/>
        </p:scale>
        <p:origin x="198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font" Target="fonts/font21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66" Type="http://customschemas.google.com/relationships/presentationmetadata" Target="meta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font" Target="fonts/font22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font" Target="fonts/font20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D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Pada session kali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ini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kita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akan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membahas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mengenai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Git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kebutuhan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version control.</a:t>
            </a:r>
            <a:endParaRPr lang="en-ID"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3063232f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a3063232f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D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Materi2 </a:t>
            </a:r>
            <a:r>
              <a:rPr lang="en-US" sz="1400" dirty="0"/>
              <a:t>yang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bahas</a:t>
            </a:r>
            <a:r>
              <a:rPr lang="en-US" sz="1400" dirty="0"/>
              <a:t> pada session kali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dimulai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membahas</a:t>
            </a:r>
            <a:r>
              <a:rPr lang="en-US" sz="1400" dirty="0"/>
              <a:t> </a:t>
            </a:r>
            <a:r>
              <a:rPr lang="en-US" sz="1400" dirty="0" err="1"/>
              <a:t>apa</a:t>
            </a:r>
            <a:r>
              <a:rPr lang="en-US" sz="1400" dirty="0"/>
              <a:t> </a:t>
            </a:r>
            <a:r>
              <a:rPr lang="en-US" sz="1400" dirty="0" err="1"/>
              <a:t>itu</a:t>
            </a:r>
            <a:r>
              <a:rPr lang="en-US" sz="1400" dirty="0"/>
              <a:t> Git. </a:t>
            </a:r>
            <a:r>
              <a:rPr lang="en-US" sz="1400" dirty="0" err="1"/>
              <a:t>Kemudian</a:t>
            </a:r>
            <a:r>
              <a:rPr lang="en-US" sz="1400" dirty="0"/>
              <a:t> </a:t>
            </a:r>
            <a:r>
              <a:rPr lang="en-US" sz="1400" dirty="0" err="1"/>
              <a:t>sampai</a:t>
            </a:r>
            <a:r>
              <a:rPr lang="en-US" sz="1400" dirty="0"/>
              <a:t> </a:t>
            </a:r>
            <a:r>
              <a:rPr lang="en-US" sz="1400" dirty="0" err="1"/>
              <a:t>kebagaimana</a:t>
            </a:r>
            <a:r>
              <a:rPr lang="en-US" sz="1400" dirty="0"/>
              <a:t> </a:t>
            </a:r>
            <a:r>
              <a:rPr lang="en-US" sz="1400" dirty="0" err="1"/>
              <a:t>cara</a:t>
            </a:r>
            <a:r>
              <a:rPr lang="en-US" sz="1400" dirty="0"/>
              <a:t> </a:t>
            </a:r>
            <a:r>
              <a:rPr lang="en-US" sz="1400" dirty="0" err="1"/>
              <a:t>menggunakan</a:t>
            </a:r>
            <a:r>
              <a:rPr lang="en-US" sz="1400" dirty="0"/>
              <a:t> Git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melakukan</a:t>
            </a:r>
            <a:r>
              <a:rPr lang="en-US" sz="1400" dirty="0"/>
              <a:t> Version Control </a:t>
            </a:r>
            <a:r>
              <a:rPr lang="en-US" sz="1400" dirty="0" err="1"/>
              <a:t>dari</a:t>
            </a:r>
            <a:r>
              <a:rPr lang="en-US" sz="1400" dirty="0"/>
              <a:t> Project yang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kerjakan</a:t>
            </a:r>
            <a:r>
              <a:rPr lang="en-US" sz="1400" dirty="0"/>
              <a:t>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96d69dbd8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96d69dbd8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mengerti</a:t>
            </a:r>
            <a:r>
              <a:rPr lang="en-US" sz="1400" dirty="0"/>
              <a:t> </a:t>
            </a:r>
            <a:r>
              <a:rPr lang="en-US" sz="1400" dirty="0" err="1"/>
              <a:t>apa</a:t>
            </a:r>
            <a:r>
              <a:rPr lang="en-US" sz="1400" dirty="0"/>
              <a:t> </a:t>
            </a:r>
            <a:r>
              <a:rPr lang="en-US" sz="1400" dirty="0" err="1"/>
              <a:t>itu</a:t>
            </a:r>
            <a:r>
              <a:rPr lang="en-US" sz="1400" dirty="0"/>
              <a:t> Git dan </a:t>
            </a:r>
            <a:r>
              <a:rPr lang="en-US" sz="1400" dirty="0" err="1"/>
              <a:t>kegunaannya</a:t>
            </a:r>
            <a:r>
              <a:rPr lang="en-US" sz="1400" dirty="0"/>
              <a:t>, </a:t>
            </a:r>
            <a:r>
              <a:rPr lang="en-US" sz="1400" dirty="0" err="1"/>
              <a:t>saya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menjelaskannya</a:t>
            </a:r>
            <a:r>
              <a:rPr lang="en-US" sz="1400" dirty="0"/>
              <a:t> </a:t>
            </a:r>
            <a:r>
              <a:rPr lang="en-US" sz="1400" dirty="0" err="1"/>
              <a:t>menggunakan</a:t>
            </a:r>
            <a:r>
              <a:rPr lang="en-US" sz="1400" dirty="0"/>
              <a:t> </a:t>
            </a:r>
            <a:r>
              <a:rPr lang="en-US" sz="1400" dirty="0" err="1"/>
              <a:t>suatu</a:t>
            </a:r>
            <a:r>
              <a:rPr lang="en-US" sz="1400" dirty="0"/>
              <a:t> </a:t>
            </a:r>
            <a:r>
              <a:rPr lang="en-US" sz="1400" dirty="0" err="1"/>
              <a:t>contoh</a:t>
            </a:r>
            <a:r>
              <a:rPr lang="en-US" sz="1400" dirty="0"/>
              <a:t> </a:t>
            </a:r>
            <a:r>
              <a:rPr lang="en-US" sz="1400" dirty="0" err="1"/>
              <a:t>kasus</a:t>
            </a:r>
            <a:r>
              <a:rPr lang="en-US" sz="1400" dirty="0"/>
              <a:t> </a:t>
            </a:r>
            <a:r>
              <a:rPr lang="en-US" sz="1400" dirty="0" err="1"/>
              <a:t>sederhana</a:t>
            </a:r>
            <a:r>
              <a:rPr lang="en-US" sz="1400" dirty="0"/>
              <a:t>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/>
              <a:t>Ok </a:t>
            </a:r>
            <a:r>
              <a:rPr lang="en-US" sz="1400" dirty="0" err="1"/>
              <a:t>jadi</a:t>
            </a:r>
            <a:r>
              <a:rPr lang="en-US" sz="1400" dirty="0"/>
              <a:t> </a:t>
            </a:r>
            <a:r>
              <a:rPr lang="en-US" sz="1400" dirty="0" err="1"/>
              <a:t>andaikan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menerima</a:t>
            </a:r>
            <a:r>
              <a:rPr lang="en-US" sz="1400" dirty="0"/>
              <a:t> project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atasan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, yang </a:t>
            </a:r>
            <a:r>
              <a:rPr lang="en-US" sz="1400" dirty="0" err="1"/>
              <a:t>meminta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membuat</a:t>
            </a:r>
            <a:r>
              <a:rPr lang="en-US" sz="1400" dirty="0"/>
              <a:t> </a:t>
            </a:r>
            <a:r>
              <a:rPr lang="en-US" sz="1400" dirty="0" err="1"/>
              <a:t>sebuah</a:t>
            </a:r>
            <a:r>
              <a:rPr lang="en-US" sz="1400" dirty="0"/>
              <a:t> program yang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mengambil</a:t>
            </a:r>
            <a:r>
              <a:rPr lang="en-US" sz="1400" dirty="0"/>
              <a:t> data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beberapa</a:t>
            </a:r>
            <a:r>
              <a:rPr lang="en-US" sz="1400" dirty="0"/>
              <a:t> table di database, </a:t>
            </a:r>
            <a:r>
              <a:rPr lang="en-US" sz="1400" dirty="0" err="1"/>
              <a:t>kemudian</a:t>
            </a:r>
            <a:r>
              <a:rPr lang="en-US" sz="1400" dirty="0"/>
              <a:t> </a:t>
            </a:r>
            <a:r>
              <a:rPr lang="en-US" sz="1400" dirty="0" err="1"/>
              <a:t>memprosesnya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endParaRPr lang="en-US" sz="1400" dirty="0"/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/>
              <a:t>1 table yang </a:t>
            </a:r>
            <a:r>
              <a:rPr lang="en-US" sz="1400" dirty="0" err="1"/>
              <a:t>datanya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hasil</a:t>
            </a:r>
            <a:r>
              <a:rPr lang="en-US" sz="1400" dirty="0"/>
              <a:t> </a:t>
            </a:r>
            <a:r>
              <a:rPr lang="en-US" sz="1400" dirty="0" err="1"/>
              <a:t>olahan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beberapa</a:t>
            </a:r>
            <a:r>
              <a:rPr lang="en-US" sz="1400" dirty="0"/>
              <a:t> table </a:t>
            </a:r>
            <a:r>
              <a:rPr lang="en-US" sz="1400" dirty="0" err="1"/>
              <a:t>tersebut</a:t>
            </a:r>
            <a:r>
              <a:rPr lang="en-US" sz="1400" dirty="0"/>
              <a:t>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sz="16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96d69dbd8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96d69dbd8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 err="1"/>
              <a:t>Pertama</a:t>
            </a:r>
            <a:r>
              <a:rPr lang="en-US" sz="1400" dirty="0"/>
              <a:t> kali </a:t>
            </a:r>
            <a:r>
              <a:rPr lang="en-US" sz="1400" dirty="0" err="1"/>
              <a:t>atasan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meminta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membuat</a:t>
            </a:r>
            <a:r>
              <a:rPr lang="en-US" sz="1400" dirty="0"/>
              <a:t> program yang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mengolah</a:t>
            </a:r>
            <a:r>
              <a:rPr lang="en-US" sz="1400" dirty="0"/>
              <a:t> 4 table </a:t>
            </a:r>
            <a:r>
              <a:rPr lang="en-US" sz="1400" dirty="0" err="1"/>
              <a:t>berbeda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1 table </a:t>
            </a:r>
            <a:r>
              <a:rPr lang="en-US" sz="1400" dirty="0" err="1"/>
              <a:t>dengan</a:t>
            </a:r>
            <a:r>
              <a:rPr lang="en-US" sz="1400" dirty="0"/>
              <a:t> 5 </a:t>
            </a:r>
            <a:r>
              <a:rPr lang="en-US" sz="1400" dirty="0" err="1"/>
              <a:t>kolom</a:t>
            </a:r>
            <a:r>
              <a:rPr lang="en-US" sz="1400" dirty="0"/>
              <a:t> dan 4 baris.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/>
              <a:t>Setelah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selesai</a:t>
            </a:r>
            <a:r>
              <a:rPr lang="en-US" sz="1400" dirty="0"/>
              <a:t> </a:t>
            </a:r>
            <a:r>
              <a:rPr lang="en-US" sz="1400" dirty="0" err="1"/>
              <a:t>mengerjakan</a:t>
            </a:r>
            <a:r>
              <a:rPr lang="en-US" sz="1400" dirty="0"/>
              <a:t> </a:t>
            </a:r>
            <a:r>
              <a:rPr lang="en-US" sz="1400" dirty="0" err="1"/>
              <a:t>programnya</a:t>
            </a:r>
            <a:r>
              <a:rPr lang="en-US" sz="1400" dirty="0"/>
              <a:t> dan </a:t>
            </a:r>
            <a:r>
              <a:rPr lang="en-US" sz="1400" dirty="0" err="1"/>
              <a:t>melaporkannya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atasan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, </a:t>
            </a:r>
            <a:r>
              <a:rPr lang="en-US" sz="1400" dirty="0" err="1"/>
              <a:t>ternyata</a:t>
            </a:r>
            <a:r>
              <a:rPr lang="en-US" sz="1400" dirty="0"/>
              <a:t> </a:t>
            </a:r>
            <a:r>
              <a:rPr lang="en-US" sz="1400" dirty="0" err="1"/>
              <a:t>atasan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berubah</a:t>
            </a:r>
            <a:r>
              <a:rPr lang="en-US" sz="1400" dirty="0"/>
              <a:t> </a:t>
            </a:r>
            <a:r>
              <a:rPr lang="en-US" sz="1400" dirty="0" err="1"/>
              <a:t>pikiran</a:t>
            </a:r>
            <a:r>
              <a:rPr lang="en-US" sz="1400" dirty="0"/>
              <a:t> dan </a:t>
            </a:r>
            <a:r>
              <a:rPr lang="en-US" sz="1400" dirty="0" err="1"/>
              <a:t>meminta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merevisi</a:t>
            </a:r>
            <a:r>
              <a:rPr lang="en-US" sz="1400" dirty="0"/>
              <a:t> </a:t>
            </a:r>
            <a:r>
              <a:rPr lang="en-US" sz="1400" dirty="0" err="1"/>
              <a:t>programnya</a:t>
            </a:r>
            <a:r>
              <a:rPr lang="en-US" sz="1400" dirty="0"/>
              <a:t>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 err="1"/>
              <a:t>Sekarang</a:t>
            </a:r>
            <a:r>
              <a:rPr lang="en-US" sz="1400" dirty="0"/>
              <a:t>, </a:t>
            </a:r>
            <a:r>
              <a:rPr lang="en-US" sz="1400" dirty="0" err="1"/>
              <a:t>atasan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meminta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merevisi</a:t>
            </a:r>
            <a:r>
              <a:rPr lang="en-US" sz="1400" dirty="0"/>
              <a:t> </a:t>
            </a:r>
            <a:r>
              <a:rPr lang="en-US" sz="1400" dirty="0" err="1"/>
              <a:t>programnya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mengolah</a:t>
            </a:r>
            <a:r>
              <a:rPr lang="en-US" sz="1400" dirty="0"/>
              <a:t> 2 table yang </a:t>
            </a:r>
            <a:r>
              <a:rPr lang="en-US" sz="1400" dirty="0" err="1"/>
              <a:t>berbeda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1 table </a:t>
            </a:r>
            <a:r>
              <a:rPr lang="en-US" sz="1400" dirty="0" err="1"/>
              <a:t>dengan</a:t>
            </a:r>
            <a:r>
              <a:rPr lang="en-US" sz="1400" dirty="0"/>
              <a:t> 3 </a:t>
            </a:r>
            <a:r>
              <a:rPr lang="en-US" sz="1400" dirty="0" err="1"/>
              <a:t>kolom</a:t>
            </a:r>
            <a:r>
              <a:rPr lang="en-US" sz="1400" dirty="0"/>
              <a:t> dan 3 baris.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 err="1"/>
              <a:t>Kemudian</a:t>
            </a:r>
            <a:r>
              <a:rPr lang="en-US" sz="1400" dirty="0"/>
              <a:t>, </a:t>
            </a:r>
            <a:r>
              <a:rPr lang="en-US" sz="1400" dirty="0" err="1"/>
              <a:t>setelah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selesai</a:t>
            </a:r>
            <a:r>
              <a:rPr lang="en-US" sz="1400" dirty="0"/>
              <a:t> </a:t>
            </a:r>
            <a:r>
              <a:rPr lang="en-US" sz="1400" dirty="0" err="1"/>
              <a:t>lagi</a:t>
            </a:r>
            <a:r>
              <a:rPr lang="en-US" sz="1400" dirty="0"/>
              <a:t> </a:t>
            </a:r>
            <a:r>
              <a:rPr lang="en-US" sz="1400" dirty="0" err="1"/>
              <a:t>mengerjakan</a:t>
            </a:r>
            <a:r>
              <a:rPr lang="en-US" sz="1400" dirty="0"/>
              <a:t> </a:t>
            </a:r>
            <a:r>
              <a:rPr lang="en-US" sz="1400" dirty="0" err="1"/>
              <a:t>hasil</a:t>
            </a:r>
            <a:r>
              <a:rPr lang="en-US" sz="1400" dirty="0"/>
              <a:t> </a:t>
            </a:r>
            <a:r>
              <a:rPr lang="en-US" sz="1400" dirty="0" err="1"/>
              <a:t>revisinya</a:t>
            </a:r>
            <a:r>
              <a:rPr lang="en-US" sz="1400" dirty="0"/>
              <a:t> dan </a:t>
            </a:r>
            <a:r>
              <a:rPr lang="en-US" sz="1400" dirty="0" err="1"/>
              <a:t>melaporkannya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atasan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, </a:t>
            </a:r>
            <a:r>
              <a:rPr lang="en-US" sz="1400" dirty="0" err="1"/>
              <a:t>atasan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ternyata</a:t>
            </a:r>
            <a:r>
              <a:rPr lang="en-US" sz="1400" dirty="0"/>
              <a:t> Kembali </a:t>
            </a:r>
            <a:r>
              <a:rPr lang="en-US" sz="1400" dirty="0" err="1"/>
              <a:t>lagi</a:t>
            </a:r>
            <a:r>
              <a:rPr lang="en-US" sz="1400" dirty="0"/>
              <a:t> </a:t>
            </a:r>
            <a:r>
              <a:rPr lang="en-US" sz="1400" dirty="0" err="1"/>
              <a:t>berubah</a:t>
            </a:r>
            <a:r>
              <a:rPr lang="en-US" sz="1400" dirty="0"/>
              <a:t> </a:t>
            </a:r>
            <a:r>
              <a:rPr lang="en-US" sz="1400" dirty="0" err="1"/>
              <a:t>pikiran</a:t>
            </a:r>
            <a:r>
              <a:rPr lang="en-US" sz="1400" dirty="0"/>
              <a:t> dan </a:t>
            </a:r>
            <a:r>
              <a:rPr lang="en-US" sz="1400" dirty="0" err="1"/>
              <a:t>meminta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merevisi</a:t>
            </a:r>
            <a:r>
              <a:rPr lang="en-US" sz="1400" dirty="0"/>
              <a:t> </a:t>
            </a:r>
            <a:r>
              <a:rPr lang="en-US" sz="1400" dirty="0" err="1"/>
              <a:t>programnya</a:t>
            </a:r>
            <a:r>
              <a:rPr lang="en-US" sz="1400" dirty="0"/>
              <a:t> Kembali.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sz="16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40748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96d69dbd8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96d69dbd8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 err="1"/>
              <a:t>Sekarang</a:t>
            </a:r>
            <a:r>
              <a:rPr lang="en-US" sz="1400" dirty="0"/>
              <a:t>, </a:t>
            </a:r>
            <a:r>
              <a:rPr lang="en-US" sz="1400" dirty="0" err="1"/>
              <a:t>atasan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meminta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merevisi</a:t>
            </a:r>
            <a:r>
              <a:rPr lang="en-US" sz="1400" dirty="0"/>
              <a:t> </a:t>
            </a:r>
            <a:r>
              <a:rPr lang="en-US" sz="1400" dirty="0" err="1"/>
              <a:t>programnya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mengolah</a:t>
            </a:r>
            <a:r>
              <a:rPr lang="en-US" sz="1400" dirty="0"/>
              <a:t> 6 table yang </a:t>
            </a:r>
            <a:r>
              <a:rPr lang="en-US" sz="1400" dirty="0" err="1"/>
              <a:t>berbeda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1 table </a:t>
            </a:r>
            <a:r>
              <a:rPr lang="en-US" sz="1400" dirty="0" err="1"/>
              <a:t>dengan</a:t>
            </a:r>
            <a:r>
              <a:rPr lang="en-US" sz="1400" dirty="0"/>
              <a:t> 7 </a:t>
            </a:r>
            <a:r>
              <a:rPr lang="en-US" sz="1400" dirty="0" err="1"/>
              <a:t>kolom</a:t>
            </a:r>
            <a:r>
              <a:rPr lang="en-US" sz="1400" dirty="0"/>
              <a:t> dan 7 baris.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/>
              <a:t>Kembali </a:t>
            </a:r>
            <a:r>
              <a:rPr lang="en-US" sz="1400" dirty="0" err="1"/>
              <a:t>lagi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mengerjakan</a:t>
            </a:r>
            <a:r>
              <a:rPr lang="en-US" sz="1400" dirty="0"/>
              <a:t> </a:t>
            </a:r>
            <a:r>
              <a:rPr lang="en-US" sz="1400" dirty="0" err="1"/>
              <a:t>permintaan</a:t>
            </a:r>
            <a:r>
              <a:rPr lang="en-US" sz="1400" dirty="0"/>
              <a:t> </a:t>
            </a:r>
            <a:r>
              <a:rPr lang="en-US" sz="1400" dirty="0" err="1"/>
              <a:t>revisinya</a:t>
            </a:r>
            <a:r>
              <a:rPr lang="en-US" sz="1400" dirty="0"/>
              <a:t>, dan </a:t>
            </a:r>
            <a:r>
              <a:rPr lang="en-US" sz="1400" dirty="0" err="1"/>
              <a:t>setelah</a:t>
            </a:r>
            <a:r>
              <a:rPr lang="en-US" sz="1400" dirty="0"/>
              <a:t> </a:t>
            </a:r>
            <a:r>
              <a:rPr lang="en-US" sz="1400" dirty="0" err="1"/>
              <a:t>selesai</a:t>
            </a:r>
            <a:r>
              <a:rPr lang="en-US" sz="1400" dirty="0"/>
              <a:t>,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melaporkannya</a:t>
            </a:r>
            <a:r>
              <a:rPr lang="en-US" sz="1400" dirty="0"/>
              <a:t> </a:t>
            </a:r>
            <a:r>
              <a:rPr lang="en-US" sz="1400" dirty="0" err="1"/>
              <a:t>kembali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atasan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 err="1"/>
              <a:t>Tetapi</a:t>
            </a:r>
            <a:r>
              <a:rPr lang="en-US" sz="1400" dirty="0"/>
              <a:t> </a:t>
            </a:r>
            <a:r>
              <a:rPr lang="en-US" sz="1400" dirty="0" err="1"/>
              <a:t>ternyata</a:t>
            </a:r>
            <a:r>
              <a:rPr lang="en-US" sz="1400" dirty="0"/>
              <a:t> </a:t>
            </a:r>
            <a:r>
              <a:rPr lang="en-US" sz="1400" dirty="0" err="1"/>
              <a:t>sekarang</a:t>
            </a:r>
            <a:r>
              <a:rPr lang="en-US" sz="1400" dirty="0"/>
              <a:t>, </a:t>
            </a:r>
            <a:r>
              <a:rPr lang="en-US" sz="1400" dirty="0" err="1"/>
              <a:t>atasan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meminta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mengubah</a:t>
            </a:r>
            <a:r>
              <a:rPr lang="en-US" sz="1400" dirty="0"/>
              <a:t> </a:t>
            </a:r>
            <a:r>
              <a:rPr lang="en-US" sz="1400" dirty="0" err="1"/>
              <a:t>programnya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program yang </a:t>
            </a:r>
            <a:r>
              <a:rPr lang="en-US" sz="1400" dirty="0" err="1"/>
              <a:t>pertama</a:t>
            </a:r>
            <a:r>
              <a:rPr lang="en-US" sz="1400" dirty="0"/>
              <a:t> kali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buat</a:t>
            </a:r>
            <a:r>
              <a:rPr lang="en-US" sz="1400" dirty="0"/>
              <a:t>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 err="1"/>
              <a:t>Yaitu</a:t>
            </a:r>
            <a:r>
              <a:rPr lang="en-US" sz="1400" dirty="0"/>
              <a:t> program yang </a:t>
            </a:r>
            <a:r>
              <a:rPr lang="en-US" sz="1400" dirty="0" err="1"/>
              <a:t>mengolah</a:t>
            </a:r>
            <a:r>
              <a:rPr lang="en-US" sz="1400" dirty="0"/>
              <a:t> 4 table yang </a:t>
            </a:r>
            <a:r>
              <a:rPr lang="en-US" sz="1400" dirty="0" err="1"/>
              <a:t>berbeda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1 table </a:t>
            </a:r>
            <a:r>
              <a:rPr lang="en-US" sz="1400" dirty="0" err="1"/>
              <a:t>dengan</a:t>
            </a:r>
            <a:r>
              <a:rPr lang="en-US" sz="1400" dirty="0"/>
              <a:t> 5 </a:t>
            </a:r>
            <a:r>
              <a:rPr lang="en-US" sz="1400" dirty="0" err="1"/>
              <a:t>kolom</a:t>
            </a:r>
            <a:r>
              <a:rPr lang="en-US" sz="1400" dirty="0"/>
              <a:t> dan 4 baris.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sz="16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13839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dirty="0" err="1"/>
              <a:t>Peristiwa</a:t>
            </a:r>
            <a:r>
              <a:rPr lang="en-US" sz="1100" dirty="0"/>
              <a:t> </a:t>
            </a:r>
            <a:r>
              <a:rPr lang="en-US" sz="1100" dirty="0" err="1"/>
              <a:t>seperti</a:t>
            </a:r>
            <a:r>
              <a:rPr lang="en-US" sz="1100" dirty="0"/>
              <a:t> </a:t>
            </a:r>
            <a:r>
              <a:rPr lang="en-US" sz="1100" dirty="0" err="1"/>
              <a:t>ini</a:t>
            </a:r>
            <a:r>
              <a:rPr lang="en-US" sz="1100" dirty="0"/>
              <a:t>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sering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alami</a:t>
            </a:r>
            <a:r>
              <a:rPr lang="en-US" sz="1100" dirty="0"/>
              <a:t>, </a:t>
            </a:r>
            <a:r>
              <a:rPr lang="en-US" sz="1100" dirty="0" err="1"/>
              <a:t>dalam</a:t>
            </a:r>
            <a:r>
              <a:rPr lang="en-US" sz="1100" dirty="0"/>
              <a:t> </a:t>
            </a:r>
            <a:r>
              <a:rPr lang="en-US" sz="1100" dirty="0" err="1"/>
              <a:t>artian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menerima</a:t>
            </a:r>
            <a:r>
              <a:rPr lang="en-US" sz="1100" dirty="0"/>
              <a:t> </a:t>
            </a:r>
            <a:r>
              <a:rPr lang="en-US" sz="1100" dirty="0" err="1"/>
              <a:t>banyak</a:t>
            </a:r>
            <a:r>
              <a:rPr lang="en-US" sz="1100" dirty="0"/>
              <a:t> </a:t>
            </a:r>
            <a:r>
              <a:rPr lang="en-US" sz="1100" dirty="0" err="1"/>
              <a:t>revisi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project yang </a:t>
            </a:r>
            <a:r>
              <a:rPr lang="en-US" sz="1100" dirty="0" err="1"/>
              <a:t>sedang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kerjakan</a:t>
            </a:r>
            <a:r>
              <a:rPr lang="en-US" sz="1100" dirty="0"/>
              <a:t> dan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suka</a:t>
            </a:r>
            <a:r>
              <a:rPr lang="en-US" sz="1100" dirty="0"/>
              <a:t> </a:t>
            </a:r>
            <a:r>
              <a:rPr lang="en-US" sz="1100" dirty="0" err="1"/>
              <a:t>membutuhkan</a:t>
            </a:r>
            <a:r>
              <a:rPr lang="en-US" sz="1100" dirty="0"/>
              <a:t> </a:t>
            </a:r>
            <a:r>
              <a:rPr lang="en-US" sz="1100" dirty="0" err="1"/>
              <a:t>kode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</a:t>
            </a:r>
            <a:r>
              <a:rPr lang="en-US" sz="1100" dirty="0" err="1"/>
              <a:t>versi</a:t>
            </a:r>
            <a:r>
              <a:rPr lang="en-US" sz="1100" dirty="0"/>
              <a:t> </a:t>
            </a:r>
            <a:r>
              <a:rPr lang="en-US" sz="1100" dirty="0" err="1"/>
              <a:t>sebelumnya</a:t>
            </a:r>
            <a:r>
              <a:rPr lang="en-US" sz="1100" dirty="0"/>
              <a:t>. </a:t>
            </a:r>
            <a:r>
              <a:rPr lang="en-US" sz="1100" dirty="0" err="1"/>
              <a:t>Kemudian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</a:t>
            </a:r>
            <a:r>
              <a:rPr lang="en-US" sz="1100" dirty="0" err="1"/>
              <a:t>pengalaman</a:t>
            </a:r>
            <a:r>
              <a:rPr lang="en-US" sz="1100" dirty="0"/>
              <a:t> </a:t>
            </a:r>
            <a:r>
              <a:rPr lang="en-US" sz="1100" dirty="0" err="1"/>
              <a:t>kasus</a:t>
            </a:r>
            <a:r>
              <a:rPr lang="en-US" sz="1100" dirty="0"/>
              <a:t> </a:t>
            </a:r>
            <a:r>
              <a:rPr lang="en-US" sz="1100" dirty="0" err="1"/>
              <a:t>ini</a:t>
            </a:r>
            <a:r>
              <a:rPr lang="en-US" sz="1100" dirty="0"/>
              <a:t>, salah 1 </a:t>
            </a:r>
            <a:r>
              <a:rPr lang="en-US" sz="1100" dirty="0" err="1"/>
              <a:t>solusi</a:t>
            </a:r>
            <a:r>
              <a:rPr lang="en-US" sz="1100" dirty="0"/>
              <a:t> yang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membantu</a:t>
            </a:r>
            <a:r>
              <a:rPr lang="en-US" sz="1100" dirty="0"/>
              <a:t> </a:t>
            </a:r>
            <a:r>
              <a:rPr lang="en-US" sz="1100" dirty="0" err="1"/>
              <a:t>pengerjaan</a:t>
            </a:r>
            <a:r>
              <a:rPr lang="en-US" sz="1100" dirty="0"/>
              <a:t> project </a:t>
            </a:r>
            <a:r>
              <a:rPr lang="en-US" sz="1100" dirty="0" err="1"/>
              <a:t>lainnya</a:t>
            </a:r>
            <a:r>
              <a:rPr lang="en-US" sz="1100" dirty="0"/>
              <a:t> di masa </a:t>
            </a:r>
            <a:r>
              <a:rPr lang="en-US" sz="1100" dirty="0" err="1"/>
              <a:t>mendatang</a:t>
            </a:r>
            <a:r>
              <a:rPr lang="en-US" sz="1100" dirty="0"/>
              <a:t>,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memutuskan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setiap</a:t>
            </a:r>
            <a:r>
              <a:rPr lang="en-US" sz="1100" dirty="0"/>
              <a:t> kali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selesai</a:t>
            </a:r>
            <a:r>
              <a:rPr lang="en-US" sz="1100" dirty="0"/>
              <a:t> </a:t>
            </a:r>
            <a:r>
              <a:rPr lang="en-US" sz="1100" dirty="0" err="1"/>
              <a:t>membuat</a:t>
            </a:r>
            <a:r>
              <a:rPr lang="en-US" sz="1100" dirty="0"/>
              <a:t> </a:t>
            </a:r>
            <a:r>
              <a:rPr lang="en-US" sz="1100" dirty="0" err="1"/>
              <a:t>suatu</a:t>
            </a:r>
            <a:r>
              <a:rPr lang="en-US" sz="1100" dirty="0"/>
              <a:t> </a:t>
            </a:r>
            <a:r>
              <a:rPr lang="en-US" sz="1100" dirty="0" err="1"/>
              <a:t>versi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project,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menyimpannya</a:t>
            </a:r>
            <a:r>
              <a:rPr lang="en-US" sz="1100" dirty="0"/>
              <a:t> </a:t>
            </a:r>
            <a:r>
              <a:rPr lang="en-US" sz="1100" dirty="0" err="1"/>
              <a:t>dalam</a:t>
            </a:r>
            <a:r>
              <a:rPr lang="en-US" sz="1100" dirty="0"/>
              <a:t> folder </a:t>
            </a:r>
            <a:r>
              <a:rPr lang="en-US" sz="1100" dirty="0" err="1"/>
              <a:t>tersendiri</a:t>
            </a:r>
            <a:r>
              <a:rPr lang="en-US" sz="1100" dirty="0"/>
              <a:t> dan </a:t>
            </a:r>
            <a:r>
              <a:rPr lang="en-US" sz="1100" dirty="0" err="1"/>
              <a:t>jika</a:t>
            </a:r>
            <a:r>
              <a:rPr lang="en-US" sz="1100" dirty="0"/>
              <a:t> </a:t>
            </a:r>
            <a:r>
              <a:rPr lang="en-US" sz="1100" dirty="0" err="1"/>
              <a:t>ada</a:t>
            </a:r>
            <a:r>
              <a:rPr lang="en-US" sz="1100" dirty="0"/>
              <a:t> </a:t>
            </a:r>
            <a:r>
              <a:rPr lang="en-US" sz="1100" dirty="0" err="1"/>
              <a:t>revisi</a:t>
            </a:r>
            <a:r>
              <a:rPr lang="en-US" sz="1100" dirty="0"/>
              <a:t> </a:t>
            </a:r>
            <a:r>
              <a:rPr lang="en-US" sz="1100" dirty="0" err="1"/>
              <a:t>datang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membuat</a:t>
            </a:r>
            <a:r>
              <a:rPr lang="en-US" sz="1100" dirty="0"/>
              <a:t> folder </a:t>
            </a:r>
            <a:r>
              <a:rPr lang="en-US" sz="1100" dirty="0" err="1"/>
              <a:t>baru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mengerjakan</a:t>
            </a:r>
            <a:r>
              <a:rPr lang="en-US" sz="1100" dirty="0"/>
              <a:t> </a:t>
            </a:r>
            <a:r>
              <a:rPr lang="en-US" sz="1100" dirty="0" err="1"/>
              <a:t>revisi</a:t>
            </a:r>
            <a:r>
              <a:rPr lang="en-US" sz="1100" dirty="0"/>
              <a:t> </a:t>
            </a:r>
            <a:r>
              <a:rPr lang="en-US" sz="1100" dirty="0" err="1"/>
              <a:t>tersebut</a:t>
            </a:r>
            <a:r>
              <a:rPr lang="en-US" sz="1100" dirty="0"/>
              <a:t>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1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dirty="0" err="1"/>
              <a:t>Dengan</a:t>
            </a:r>
            <a:r>
              <a:rPr lang="en-US" sz="1100" dirty="0"/>
              <a:t> </a:t>
            </a:r>
            <a:r>
              <a:rPr lang="en-US" sz="1100" dirty="0" err="1"/>
              <a:t>ini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memiliki</a:t>
            </a:r>
            <a:r>
              <a:rPr lang="en-US" sz="1100" dirty="0"/>
              <a:t> </a:t>
            </a:r>
            <a:r>
              <a:rPr lang="en-US" sz="1100" dirty="0" err="1"/>
              <a:t>kode</a:t>
            </a:r>
            <a:r>
              <a:rPr lang="en-US" sz="1100" dirty="0"/>
              <a:t> project </a:t>
            </a:r>
            <a:r>
              <a:rPr lang="en-US" sz="1100" dirty="0" err="1"/>
              <a:t>versi</a:t>
            </a:r>
            <a:r>
              <a:rPr lang="en-US" sz="1100" dirty="0"/>
              <a:t> </a:t>
            </a:r>
            <a:r>
              <a:rPr lang="en-US" sz="1100" dirty="0" err="1"/>
              <a:t>pertama</a:t>
            </a:r>
            <a:r>
              <a:rPr lang="en-US" sz="1100" dirty="0"/>
              <a:t> dan juga </a:t>
            </a:r>
            <a:r>
              <a:rPr lang="en-US" sz="1100" dirty="0" err="1"/>
              <a:t>kode</a:t>
            </a:r>
            <a:r>
              <a:rPr lang="en-US" sz="1100" dirty="0"/>
              <a:t> project </a:t>
            </a:r>
            <a:r>
              <a:rPr lang="en-US" sz="1100" dirty="0" err="1"/>
              <a:t>versi</a:t>
            </a:r>
            <a:r>
              <a:rPr lang="en-US" sz="1100" dirty="0"/>
              <a:t> </a:t>
            </a:r>
            <a:r>
              <a:rPr lang="en-US" sz="1100" dirty="0" err="1"/>
              <a:t>terbaru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</a:t>
            </a:r>
            <a:r>
              <a:rPr lang="en-US" sz="1100" dirty="0" err="1"/>
              <a:t>revisi</a:t>
            </a:r>
            <a:r>
              <a:rPr lang="en-US" sz="1100" dirty="0"/>
              <a:t> yang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kerjakan</a:t>
            </a:r>
            <a:r>
              <a:rPr lang="en-US" sz="1100" dirty="0"/>
              <a:t>, </a:t>
            </a:r>
            <a:r>
              <a:rPr lang="en-US" sz="1100" dirty="0" err="1"/>
              <a:t>namun</a:t>
            </a:r>
            <a:r>
              <a:rPr lang="en-US" sz="1100" dirty="0"/>
              <a:t> </a:t>
            </a:r>
            <a:r>
              <a:rPr lang="en-US" sz="1100" dirty="0" err="1"/>
              <a:t>kendalanya</a:t>
            </a:r>
            <a:r>
              <a:rPr lang="en-US" sz="1100" dirty="0"/>
              <a:t> </a:t>
            </a:r>
            <a:r>
              <a:rPr lang="en-US" sz="1100" dirty="0" err="1"/>
              <a:t>adalah</a:t>
            </a:r>
            <a:r>
              <a:rPr lang="en-US" sz="1100" dirty="0"/>
              <a:t> </a:t>
            </a:r>
            <a:r>
              <a:rPr lang="en-US" sz="1100" dirty="0" err="1"/>
              <a:t>jika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memiliki</a:t>
            </a:r>
            <a:r>
              <a:rPr lang="en-US" sz="1100" dirty="0"/>
              <a:t> 5 kali </a:t>
            </a:r>
            <a:r>
              <a:rPr lang="en-US" sz="1100" dirty="0" err="1"/>
              <a:t>revisi</a:t>
            </a:r>
            <a:r>
              <a:rPr lang="en-US" sz="1100" dirty="0"/>
              <a:t> </a:t>
            </a:r>
            <a:r>
              <a:rPr lang="en-US" sz="1100" dirty="0" err="1"/>
              <a:t>maka</a:t>
            </a:r>
            <a:r>
              <a:rPr lang="en-US" sz="1100" dirty="0"/>
              <a:t>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dikatakan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memiliki</a:t>
            </a:r>
            <a:r>
              <a:rPr lang="en-US" sz="1100" dirty="0"/>
              <a:t> 6 folder project yang </a:t>
            </a:r>
            <a:r>
              <a:rPr lang="en-US" sz="1100" dirty="0" err="1"/>
              <a:t>berbeda</a:t>
            </a:r>
            <a:r>
              <a:rPr lang="en-US" sz="1100" dirty="0"/>
              <a:t>. Cara </a:t>
            </a:r>
            <a:r>
              <a:rPr lang="en-US" sz="1100" dirty="0" err="1"/>
              <a:t>ini</a:t>
            </a:r>
            <a:r>
              <a:rPr lang="en-US" sz="1100" dirty="0"/>
              <a:t> </a:t>
            </a:r>
            <a:r>
              <a:rPr lang="en-US" sz="1100" dirty="0" err="1"/>
              <a:t>sangatlah</a:t>
            </a:r>
            <a:r>
              <a:rPr lang="en-US" sz="1100" dirty="0"/>
              <a:t> </a:t>
            </a:r>
            <a:r>
              <a:rPr lang="en-US" sz="1100" dirty="0" err="1"/>
              <a:t>tidak</a:t>
            </a:r>
            <a:r>
              <a:rPr lang="en-US" sz="1100" dirty="0"/>
              <a:t> </a:t>
            </a:r>
            <a:r>
              <a:rPr lang="en-US" sz="1100" dirty="0" err="1"/>
              <a:t>efisien</a:t>
            </a:r>
            <a:r>
              <a:rPr lang="en-US" sz="1100" dirty="0"/>
              <a:t>, </a:t>
            </a:r>
            <a:r>
              <a:rPr lang="en-US" sz="1100" dirty="0" err="1"/>
              <a:t>karena</a:t>
            </a:r>
            <a:r>
              <a:rPr lang="en-US" sz="1100" dirty="0"/>
              <a:t> pada proses </a:t>
            </a:r>
            <a:r>
              <a:rPr lang="en-US" sz="1100" dirty="0" err="1"/>
              <a:t>revisi</a:t>
            </a:r>
            <a:r>
              <a:rPr lang="en-US" sz="1100" dirty="0"/>
              <a:t> </a:t>
            </a:r>
            <a:r>
              <a:rPr lang="en-US" sz="1100" dirty="0" err="1"/>
              <a:t>bisa</a:t>
            </a:r>
            <a:r>
              <a:rPr lang="en-US" sz="1100" dirty="0"/>
              <a:t> </a:t>
            </a:r>
            <a:r>
              <a:rPr lang="en-US" sz="1100" dirty="0" err="1"/>
              <a:t>saja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hanya</a:t>
            </a:r>
            <a:r>
              <a:rPr lang="en-US" sz="1100" dirty="0"/>
              <a:t> </a:t>
            </a:r>
            <a:r>
              <a:rPr lang="en-US" sz="1100" dirty="0" err="1"/>
              <a:t>mengubah</a:t>
            </a:r>
            <a:r>
              <a:rPr lang="en-US" sz="1100" dirty="0"/>
              <a:t> </a:t>
            </a:r>
            <a:r>
              <a:rPr lang="en-US" sz="1100" dirty="0" err="1"/>
              <a:t>satu</a:t>
            </a:r>
            <a:r>
              <a:rPr lang="en-US" sz="1100" dirty="0"/>
              <a:t> </a:t>
            </a:r>
            <a:r>
              <a:rPr lang="en-US" sz="1100" dirty="0" err="1"/>
              <a:t>sampai</a:t>
            </a:r>
            <a:r>
              <a:rPr lang="en-US" sz="1100" dirty="0"/>
              <a:t> </a:t>
            </a:r>
            <a:r>
              <a:rPr lang="en-US" sz="1100" dirty="0" err="1"/>
              <a:t>tiga</a:t>
            </a:r>
            <a:r>
              <a:rPr lang="en-US" sz="1100" dirty="0"/>
              <a:t> file </a:t>
            </a:r>
            <a:r>
              <a:rPr lang="en-US" sz="1100" dirty="0" err="1"/>
              <a:t>saja</a:t>
            </a:r>
            <a:r>
              <a:rPr lang="en-US" sz="1100" dirty="0"/>
              <a:t> </a:t>
            </a:r>
            <a:r>
              <a:rPr lang="en-US" sz="1100" dirty="0" err="1"/>
              <a:t>namun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harus</a:t>
            </a:r>
            <a:r>
              <a:rPr lang="en-US" sz="1100" dirty="0"/>
              <a:t> </a:t>
            </a:r>
            <a:r>
              <a:rPr lang="en-US" sz="1100" dirty="0" err="1"/>
              <a:t>mengcopy</a:t>
            </a:r>
            <a:r>
              <a:rPr lang="en-US" sz="1100" dirty="0"/>
              <a:t> </a:t>
            </a:r>
            <a:r>
              <a:rPr lang="en-US" sz="1100" dirty="0" err="1"/>
              <a:t>projectnya</a:t>
            </a:r>
            <a:r>
              <a:rPr lang="en-US" sz="1100" dirty="0"/>
              <a:t> </a:t>
            </a:r>
            <a:r>
              <a:rPr lang="en-US" sz="1100" dirty="0" err="1"/>
              <a:t>secara</a:t>
            </a:r>
            <a:r>
              <a:rPr lang="en-US" sz="1100" dirty="0"/>
              <a:t> </a:t>
            </a:r>
            <a:r>
              <a:rPr lang="en-US" sz="1100" dirty="0" err="1"/>
              <a:t>keseluruhan</a:t>
            </a:r>
            <a:r>
              <a:rPr lang="en-US" sz="1100" dirty="0"/>
              <a:t>, </a:t>
            </a:r>
            <a:r>
              <a:rPr lang="en-US" sz="1100" dirty="0" err="1"/>
              <a:t>dimana</a:t>
            </a:r>
            <a:r>
              <a:rPr lang="en-US" sz="1100" dirty="0"/>
              <a:t> </a:t>
            </a:r>
            <a:r>
              <a:rPr lang="en-US" sz="1100" dirty="0" err="1"/>
              <a:t>ini</a:t>
            </a:r>
            <a:r>
              <a:rPr lang="en-US" sz="1100" dirty="0"/>
              <a:t>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menyebabkan</a:t>
            </a:r>
            <a:r>
              <a:rPr lang="en-US" sz="1100" dirty="0"/>
              <a:t> </a:t>
            </a:r>
            <a:r>
              <a:rPr lang="en-US" sz="1100" dirty="0" err="1"/>
              <a:t>banyak</a:t>
            </a:r>
            <a:r>
              <a:rPr lang="en-US" sz="1100" dirty="0"/>
              <a:t> file yang </a:t>
            </a:r>
            <a:r>
              <a:rPr lang="en-US" sz="1100" dirty="0" err="1"/>
              <a:t>duplikat</a:t>
            </a:r>
            <a:r>
              <a:rPr lang="en-US" sz="1100" dirty="0"/>
              <a:t>, dan </a:t>
            </a:r>
            <a:r>
              <a:rPr lang="en-US" sz="1100" dirty="0" err="1"/>
              <a:t>akhirnya</a:t>
            </a:r>
            <a:r>
              <a:rPr lang="en-US" sz="1100" dirty="0"/>
              <a:t> </a:t>
            </a:r>
            <a:r>
              <a:rPr lang="en-US" sz="1100" dirty="0" err="1"/>
              <a:t>jadi</a:t>
            </a:r>
            <a:r>
              <a:rPr lang="en-US" sz="1100" dirty="0"/>
              <a:t> </a:t>
            </a:r>
            <a:r>
              <a:rPr lang="en-US" sz="1100" dirty="0" err="1"/>
              <a:t>memerlukan</a:t>
            </a:r>
            <a:r>
              <a:rPr lang="en-US" sz="1100" dirty="0"/>
              <a:t> </a:t>
            </a:r>
            <a:r>
              <a:rPr lang="en-US" sz="1100" dirty="0" err="1"/>
              <a:t>banyak</a:t>
            </a:r>
            <a:r>
              <a:rPr lang="en-US" sz="1100" dirty="0"/>
              <a:t> </a:t>
            </a:r>
            <a:r>
              <a:rPr lang="en-US" sz="1100" dirty="0" err="1"/>
              <a:t>ruang</a:t>
            </a:r>
            <a:r>
              <a:rPr lang="en-US" sz="1100" dirty="0"/>
              <a:t> pada media </a:t>
            </a:r>
            <a:r>
              <a:rPr lang="en-US" sz="1100" dirty="0" err="1"/>
              <a:t>penyimpanan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.</a:t>
            </a:r>
          </a:p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49860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 err="1"/>
              <a:t>Sebenarnya</a:t>
            </a:r>
            <a:r>
              <a:rPr lang="en-US" sz="1100" dirty="0"/>
              <a:t> yang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butuhkan</a:t>
            </a:r>
            <a:r>
              <a:rPr lang="en-US" sz="1100" dirty="0"/>
              <a:t> </a:t>
            </a:r>
            <a:r>
              <a:rPr lang="en-US" sz="1100" dirty="0" err="1"/>
              <a:t>adalah</a:t>
            </a:r>
            <a:r>
              <a:rPr lang="en-US" sz="1100" dirty="0"/>
              <a:t> </a:t>
            </a:r>
            <a:r>
              <a:rPr lang="en-US" sz="1100" dirty="0" err="1"/>
              <a:t>sesuatu</a:t>
            </a:r>
            <a:r>
              <a:rPr lang="en-US" sz="1100" dirty="0"/>
              <a:t> yang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membuat</a:t>
            </a:r>
            <a:r>
              <a:rPr lang="en-US" sz="1100" dirty="0"/>
              <a:t> checkpoint pada </a:t>
            </a:r>
            <a:r>
              <a:rPr lang="en-US" sz="1100" dirty="0" err="1"/>
              <a:t>pengerjaan</a:t>
            </a:r>
            <a:r>
              <a:rPr lang="en-US" sz="1100" dirty="0"/>
              <a:t> project </a:t>
            </a:r>
            <a:r>
              <a:rPr lang="en-US" sz="1100" dirty="0" err="1"/>
              <a:t>kita</a:t>
            </a:r>
            <a:r>
              <a:rPr lang="en-US" sz="1100" dirty="0"/>
              <a:t>. </a:t>
            </a:r>
            <a:r>
              <a:rPr lang="en-US" sz="1100" dirty="0" err="1"/>
              <a:t>Sehingga</a:t>
            </a:r>
            <a:r>
              <a:rPr lang="en-US" sz="1100" dirty="0"/>
              <a:t> </a:t>
            </a:r>
            <a:r>
              <a:rPr lang="en-US" sz="1100" dirty="0" err="1"/>
              <a:t>setiap</a:t>
            </a:r>
            <a:r>
              <a:rPr lang="en-US" sz="1100" dirty="0"/>
              <a:t> kali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selesai</a:t>
            </a:r>
            <a:r>
              <a:rPr lang="en-US" sz="1100" dirty="0"/>
              <a:t> </a:t>
            </a:r>
            <a:r>
              <a:rPr lang="en-US" sz="1100" dirty="0" err="1"/>
              <a:t>mengerjakan</a:t>
            </a:r>
            <a:r>
              <a:rPr lang="en-US" sz="1100" dirty="0"/>
              <a:t> </a:t>
            </a:r>
            <a:r>
              <a:rPr lang="en-US" sz="1100" dirty="0" err="1"/>
              <a:t>satu</a:t>
            </a:r>
            <a:r>
              <a:rPr lang="en-US" sz="1100" dirty="0"/>
              <a:t> </a:t>
            </a:r>
            <a:r>
              <a:rPr lang="en-US" sz="1100" dirty="0" err="1"/>
              <a:t>fitur</a:t>
            </a:r>
            <a:r>
              <a:rPr lang="en-US" sz="1100" dirty="0"/>
              <a:t> </a:t>
            </a:r>
            <a:r>
              <a:rPr lang="en-US" sz="1100" dirty="0" err="1"/>
              <a:t>misalnya</a:t>
            </a:r>
            <a:r>
              <a:rPr lang="en-US" sz="1100" dirty="0"/>
              <a:t>,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bisa</a:t>
            </a:r>
            <a:r>
              <a:rPr lang="en-US" sz="1100" dirty="0"/>
              <a:t> </a:t>
            </a:r>
            <a:r>
              <a:rPr lang="en-US" sz="1100" dirty="0" err="1"/>
              <a:t>membuat</a:t>
            </a:r>
            <a:r>
              <a:rPr lang="en-US" sz="1100" dirty="0"/>
              <a:t> checkpoint pada </a:t>
            </a:r>
            <a:r>
              <a:rPr lang="en-US" sz="1100" dirty="0" err="1"/>
              <a:t>keadaan</a:t>
            </a:r>
            <a:r>
              <a:rPr lang="en-US" sz="1100" dirty="0"/>
              <a:t> project </a:t>
            </a:r>
            <a:r>
              <a:rPr lang="en-US" sz="1100" dirty="0" err="1"/>
              <a:t>saat</a:t>
            </a:r>
            <a:r>
              <a:rPr lang="en-US" sz="1100" dirty="0"/>
              <a:t> </a:t>
            </a:r>
            <a:r>
              <a:rPr lang="en-US" sz="1100" dirty="0" err="1"/>
              <a:t>ini</a:t>
            </a:r>
            <a:r>
              <a:rPr lang="en-US" sz="1100" dirty="0"/>
              <a:t> dan </a:t>
            </a:r>
            <a:r>
              <a:rPr lang="en-US" sz="1100" dirty="0" err="1"/>
              <a:t>melanjutkan</a:t>
            </a:r>
            <a:r>
              <a:rPr lang="en-US" sz="1100" dirty="0"/>
              <a:t> </a:t>
            </a:r>
            <a:r>
              <a:rPr lang="en-US" sz="1100" dirty="0" err="1"/>
              <a:t>mengerjakan</a:t>
            </a:r>
            <a:r>
              <a:rPr lang="en-US" sz="1100" dirty="0"/>
              <a:t> </a:t>
            </a:r>
            <a:r>
              <a:rPr lang="en-US" sz="1100" dirty="0" err="1"/>
              <a:t>fitur</a:t>
            </a:r>
            <a:r>
              <a:rPr lang="en-US" sz="1100" dirty="0"/>
              <a:t> </a:t>
            </a:r>
            <a:r>
              <a:rPr lang="en-US" sz="1100" dirty="0" err="1"/>
              <a:t>berikutnya</a:t>
            </a:r>
            <a:r>
              <a:rPr lang="en-US" sz="1100" dirty="0"/>
              <a:t>. </a:t>
            </a:r>
            <a:r>
              <a:rPr lang="en-US" sz="1100" dirty="0" err="1"/>
              <a:t>Kalau</a:t>
            </a:r>
            <a:r>
              <a:rPr lang="en-US" sz="1100" dirty="0"/>
              <a:t> </a:t>
            </a:r>
            <a:r>
              <a:rPr lang="en-US" sz="1100" dirty="0" err="1"/>
              <a:t>kedepannya</a:t>
            </a:r>
            <a:r>
              <a:rPr lang="en-US" sz="1100" dirty="0"/>
              <a:t> </a:t>
            </a:r>
            <a:r>
              <a:rPr lang="en-US" sz="1100" dirty="0" err="1"/>
              <a:t>tiba</a:t>
            </a:r>
            <a:r>
              <a:rPr lang="en-US" sz="1100" dirty="0"/>
              <a:t> - </a:t>
            </a:r>
            <a:r>
              <a:rPr lang="en-US" sz="1100" dirty="0" err="1"/>
              <a:t>tiba</a:t>
            </a:r>
            <a:r>
              <a:rPr lang="en-US" sz="1100" dirty="0"/>
              <a:t> project yang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buat</a:t>
            </a:r>
            <a:r>
              <a:rPr lang="en-US" sz="1100" dirty="0"/>
              <a:t> </a:t>
            </a:r>
            <a:r>
              <a:rPr lang="en-US" sz="1100" dirty="0" err="1"/>
              <a:t>tidak</a:t>
            </a:r>
            <a:r>
              <a:rPr lang="en-US" sz="1100" dirty="0"/>
              <a:t> </a:t>
            </a:r>
            <a:r>
              <a:rPr lang="en-US" sz="1100" dirty="0" err="1"/>
              <a:t>berjalan</a:t>
            </a:r>
            <a:r>
              <a:rPr lang="en-US" sz="1100" dirty="0"/>
              <a:t> </a:t>
            </a:r>
            <a:r>
              <a:rPr lang="en-US" sz="1100" dirty="0" err="1"/>
              <a:t>atau</a:t>
            </a:r>
            <a:r>
              <a:rPr lang="en-US" sz="1100" dirty="0"/>
              <a:t> error total, dan </a:t>
            </a:r>
            <a:r>
              <a:rPr lang="en-US" sz="1100" dirty="0" err="1"/>
              <a:t>andaikan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tidak</a:t>
            </a:r>
            <a:r>
              <a:rPr lang="en-US" sz="1100" dirty="0"/>
              <a:t>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memperbaikinya</a:t>
            </a:r>
            <a:r>
              <a:rPr lang="en-US" sz="1100" dirty="0"/>
              <a:t>, </a:t>
            </a:r>
            <a:r>
              <a:rPr lang="en-US" sz="1100" dirty="0" err="1"/>
              <a:t>maka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masih</a:t>
            </a:r>
            <a:r>
              <a:rPr lang="en-US" sz="1100" dirty="0"/>
              <a:t> </a:t>
            </a:r>
            <a:r>
              <a:rPr lang="en-US" sz="1100" dirty="0" err="1"/>
              <a:t>bisa</a:t>
            </a:r>
            <a:r>
              <a:rPr lang="en-US" sz="1100" dirty="0"/>
              <a:t> </a:t>
            </a:r>
            <a:r>
              <a:rPr lang="en-US" sz="1100" dirty="0" err="1"/>
              <a:t>kembali</a:t>
            </a:r>
            <a:r>
              <a:rPr lang="en-US" sz="1100" dirty="0"/>
              <a:t> </a:t>
            </a:r>
            <a:r>
              <a:rPr lang="en-US" sz="1100" dirty="0" err="1"/>
              <a:t>ke</a:t>
            </a:r>
            <a:r>
              <a:rPr lang="en-US" sz="1100" dirty="0"/>
              <a:t> </a:t>
            </a:r>
            <a:r>
              <a:rPr lang="en-US" sz="1100" dirty="0" err="1"/>
              <a:t>chekpoint</a:t>
            </a:r>
            <a:r>
              <a:rPr lang="en-US" sz="1100" dirty="0"/>
              <a:t> </a:t>
            </a:r>
            <a:r>
              <a:rPr lang="en-US" sz="1100" dirty="0" err="1"/>
              <a:t>sebelumnya</a:t>
            </a:r>
            <a:r>
              <a:rPr lang="en-US" sz="1100" dirty="0"/>
              <a:t> </a:t>
            </a:r>
            <a:r>
              <a:rPr lang="en-US" sz="1100" dirty="0" err="1"/>
              <a:t>dimana</a:t>
            </a:r>
            <a:r>
              <a:rPr lang="en-US" sz="1100" dirty="0"/>
              <a:t> </a:t>
            </a:r>
            <a:r>
              <a:rPr lang="en-US" sz="1100" dirty="0" err="1"/>
              <a:t>semua</a:t>
            </a:r>
            <a:r>
              <a:rPr lang="en-US" sz="1100" dirty="0"/>
              <a:t> </a:t>
            </a:r>
            <a:r>
              <a:rPr lang="en-US" sz="1100" dirty="0" err="1"/>
              <a:t>fitur</a:t>
            </a:r>
            <a:r>
              <a:rPr lang="en-US" sz="1100" dirty="0"/>
              <a:t> yang </a:t>
            </a:r>
            <a:r>
              <a:rPr lang="en-US" sz="1100" dirty="0" err="1"/>
              <a:t>ada</a:t>
            </a:r>
            <a:r>
              <a:rPr lang="en-US" sz="1100" dirty="0"/>
              <a:t> </a:t>
            </a:r>
            <a:r>
              <a:rPr lang="en-US" sz="1100" dirty="0" err="1"/>
              <a:t>masih</a:t>
            </a:r>
            <a:r>
              <a:rPr lang="en-US" sz="1100" dirty="0"/>
              <a:t> </a:t>
            </a:r>
            <a:r>
              <a:rPr lang="en-US" sz="1100" dirty="0" err="1"/>
              <a:t>berjalan</a:t>
            </a:r>
            <a:r>
              <a:rPr lang="en-US" sz="1100" dirty="0"/>
              <a:t> </a:t>
            </a:r>
            <a:r>
              <a:rPr lang="en-US" sz="1100" dirty="0" err="1"/>
              <a:t>dengan</a:t>
            </a:r>
            <a:r>
              <a:rPr lang="en-US" sz="1100" dirty="0"/>
              <a:t> normal.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1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 err="1"/>
              <a:t>Selain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sebagai</a:t>
            </a:r>
            <a:r>
              <a:rPr lang="en-US" sz="1100" dirty="0"/>
              <a:t> </a:t>
            </a:r>
            <a:r>
              <a:rPr lang="en-US" sz="1100" dirty="0" err="1"/>
              <a:t>penyelamat</a:t>
            </a:r>
            <a:r>
              <a:rPr lang="en-US" sz="1100" dirty="0"/>
              <a:t> </a:t>
            </a:r>
            <a:r>
              <a:rPr lang="en-US" sz="1100" dirty="0" err="1"/>
              <a:t>saat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mengalami</a:t>
            </a:r>
            <a:r>
              <a:rPr lang="en-US" sz="1100" dirty="0"/>
              <a:t> error, </a:t>
            </a:r>
            <a:r>
              <a:rPr lang="en-US" sz="1100" dirty="0" err="1"/>
              <a:t>kita</a:t>
            </a:r>
            <a:r>
              <a:rPr lang="en-US" sz="1100" dirty="0"/>
              <a:t> juga </a:t>
            </a:r>
            <a:r>
              <a:rPr lang="en-US" sz="1100" dirty="0" err="1"/>
              <a:t>bisa</a:t>
            </a:r>
            <a:r>
              <a:rPr lang="en-US" sz="1100" dirty="0"/>
              <a:t> </a:t>
            </a:r>
            <a:r>
              <a:rPr lang="en-US" sz="1100" dirty="0" err="1"/>
              <a:t>memanfaatkan</a:t>
            </a:r>
            <a:r>
              <a:rPr lang="en-US" sz="1100" dirty="0"/>
              <a:t> checkpoint </a:t>
            </a:r>
            <a:r>
              <a:rPr lang="en-US" sz="1100" dirty="0" err="1"/>
              <a:t>ini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menentukan</a:t>
            </a:r>
            <a:r>
              <a:rPr lang="en-US" sz="1100" dirty="0"/>
              <a:t> </a:t>
            </a:r>
            <a:r>
              <a:rPr lang="en-US" sz="1100" dirty="0" err="1"/>
              <a:t>versi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project </a:t>
            </a:r>
            <a:r>
              <a:rPr lang="en-US" sz="1100" dirty="0" err="1"/>
              <a:t>kita</a:t>
            </a:r>
            <a:r>
              <a:rPr lang="en-US" sz="1100" dirty="0"/>
              <a:t>. Jadi </a:t>
            </a:r>
            <a:r>
              <a:rPr lang="en-US" sz="1100" dirty="0" err="1"/>
              <a:t>bila</a:t>
            </a:r>
            <a:r>
              <a:rPr lang="en-US" sz="1100" dirty="0"/>
              <a:t> </a:t>
            </a:r>
            <a:r>
              <a:rPr lang="en-US" sz="1100" dirty="0" err="1"/>
              <a:t>suatu</a:t>
            </a:r>
            <a:r>
              <a:rPr lang="en-US" sz="1100" dirty="0"/>
              <a:t> </a:t>
            </a:r>
            <a:r>
              <a:rPr lang="en-US" sz="1100" dirty="0" err="1"/>
              <a:t>saat</a:t>
            </a:r>
            <a:r>
              <a:rPr lang="en-US" sz="1100" dirty="0"/>
              <a:t> </a:t>
            </a:r>
            <a:r>
              <a:rPr lang="en-US" sz="1100" dirty="0" err="1"/>
              <a:t>diperlukan</a:t>
            </a:r>
            <a:r>
              <a:rPr lang="en-US" sz="1100" dirty="0"/>
              <a:t>,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mengganti</a:t>
            </a:r>
            <a:r>
              <a:rPr lang="en-US" sz="1100" dirty="0"/>
              <a:t> </a:t>
            </a:r>
            <a:r>
              <a:rPr lang="en-US" sz="1100" dirty="0" err="1"/>
              <a:t>versi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project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dengan</a:t>
            </a:r>
            <a:r>
              <a:rPr lang="en-US" sz="1100" dirty="0"/>
              <a:t> </a:t>
            </a:r>
            <a:r>
              <a:rPr lang="en-US" sz="1100" dirty="0" err="1"/>
              <a:t>mudah</a:t>
            </a:r>
            <a:r>
              <a:rPr lang="en-US" sz="1100" dirty="0"/>
              <a:t>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1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dirty="0"/>
              <a:t>Ok </a:t>
            </a:r>
            <a:r>
              <a:rPr lang="en-US" sz="1100" dirty="0" err="1"/>
              <a:t>jadi</a:t>
            </a:r>
            <a:r>
              <a:rPr lang="en-US" sz="1100" dirty="0"/>
              <a:t> </a:t>
            </a:r>
            <a:r>
              <a:rPr lang="en-US" sz="1100" dirty="0" err="1"/>
              <a:t>sesuatu</a:t>
            </a:r>
            <a:r>
              <a:rPr lang="en-US" sz="1100" dirty="0"/>
              <a:t> yang </a:t>
            </a:r>
            <a:r>
              <a:rPr lang="en-US" sz="1100" dirty="0" err="1"/>
              <a:t>memungkinkan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mengatur</a:t>
            </a:r>
            <a:r>
              <a:rPr lang="en-US" sz="1100" dirty="0"/>
              <a:t> </a:t>
            </a:r>
            <a:r>
              <a:rPr lang="en-US" sz="1100" dirty="0" err="1"/>
              <a:t>versi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</a:t>
            </a:r>
            <a:r>
              <a:rPr lang="en-US" sz="1100" dirty="0" err="1"/>
              <a:t>kode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tanpa</a:t>
            </a:r>
            <a:r>
              <a:rPr lang="en-US" sz="1100" dirty="0"/>
              <a:t> </a:t>
            </a:r>
            <a:r>
              <a:rPr lang="en-US" sz="1100" dirty="0" err="1"/>
              <a:t>harus</a:t>
            </a:r>
            <a:r>
              <a:rPr lang="en-US" sz="1100" dirty="0"/>
              <a:t> </a:t>
            </a:r>
            <a:r>
              <a:rPr lang="en-US" sz="1100" dirty="0" err="1"/>
              <a:t>membuat</a:t>
            </a:r>
            <a:r>
              <a:rPr lang="en-US" sz="1100" dirty="0"/>
              <a:t> </a:t>
            </a:r>
            <a:r>
              <a:rPr lang="en-US" sz="1100" dirty="0" err="1"/>
              <a:t>salinan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project </a:t>
            </a:r>
            <a:r>
              <a:rPr lang="en-US" sz="1100" dirty="0" err="1"/>
              <a:t>sebelumnya</a:t>
            </a:r>
            <a:r>
              <a:rPr lang="en-US" sz="1100" dirty="0"/>
              <a:t> </a:t>
            </a:r>
            <a:r>
              <a:rPr lang="en-US" sz="1100" dirty="0" err="1"/>
              <a:t>adalah</a:t>
            </a:r>
            <a:r>
              <a:rPr lang="en-US" sz="1100" dirty="0"/>
              <a:t> </a:t>
            </a:r>
            <a:r>
              <a:rPr lang="en-US" sz="1100" dirty="0" err="1"/>
              <a:t>sebuah</a:t>
            </a:r>
            <a:r>
              <a:rPr lang="en-US" sz="1100" dirty="0"/>
              <a:t> version control system.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55501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96b2f0a949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96b2f0a949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/>
              <a:t>Salah </a:t>
            </a:r>
            <a:r>
              <a:rPr lang="en-US" sz="1400" dirty="0" err="1"/>
              <a:t>satu</a:t>
            </a:r>
            <a:r>
              <a:rPr lang="en-US" sz="1400" dirty="0"/>
              <a:t> version control system yang </a:t>
            </a:r>
            <a:r>
              <a:rPr lang="en-US" sz="1400" dirty="0" err="1"/>
              <a:t>populer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Git dan </a:t>
            </a:r>
            <a:r>
              <a:rPr lang="en-US" sz="1400" dirty="0" err="1"/>
              <a:t>ini</a:t>
            </a:r>
            <a:r>
              <a:rPr lang="en-US" sz="1400" dirty="0"/>
              <a:t> yang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bahas</a:t>
            </a:r>
            <a:r>
              <a:rPr lang="en-US" sz="1400" dirty="0"/>
              <a:t> dan </a:t>
            </a:r>
            <a:r>
              <a:rPr lang="en-US" sz="1400" dirty="0" err="1"/>
              <a:t>gunakan</a:t>
            </a:r>
            <a:r>
              <a:rPr lang="en-US" sz="1400" dirty="0"/>
              <a:t> pada session kali </a:t>
            </a:r>
            <a:r>
              <a:rPr lang="en-US" sz="1400" dirty="0" err="1"/>
              <a:t>ini</a:t>
            </a:r>
            <a:r>
              <a:rPr lang="en-US" sz="1400" dirty="0"/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endParaRPr lang="en-US" sz="1400" dirty="0"/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/>
              <a:t>Jadi Git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mempermudah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menyimpan</a:t>
            </a:r>
            <a:r>
              <a:rPr lang="en-US" sz="1400" dirty="0"/>
              <a:t> dan </a:t>
            </a:r>
            <a:r>
              <a:rPr lang="en-US" sz="1400" dirty="0" err="1"/>
              <a:t>mengatur</a:t>
            </a:r>
            <a:r>
              <a:rPr lang="en-US" sz="1400" dirty="0"/>
              <a:t> </a:t>
            </a:r>
            <a:r>
              <a:rPr lang="en-US" sz="1400" dirty="0" err="1"/>
              <a:t>versi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project yang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buat</a:t>
            </a:r>
            <a:r>
              <a:rPr lang="en-US" sz="1400" dirty="0"/>
              <a:t>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 err="1"/>
              <a:t>Melanjuti</a:t>
            </a:r>
            <a:r>
              <a:rPr lang="en-US" sz="1400" dirty="0"/>
              <a:t> </a:t>
            </a:r>
            <a:r>
              <a:rPr lang="en-US" sz="1400" dirty="0" err="1"/>
              <a:t>sesi</a:t>
            </a:r>
            <a:r>
              <a:rPr lang="en-US" sz="1400" dirty="0"/>
              <a:t> </a:t>
            </a:r>
            <a:r>
              <a:rPr lang="en-US" sz="1400" dirty="0" err="1"/>
              <a:t>materi</a:t>
            </a:r>
            <a:r>
              <a:rPr lang="en-US" sz="1400" dirty="0"/>
              <a:t> Git,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 err="1"/>
              <a:t>Sekarang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melakukan</a:t>
            </a:r>
            <a:r>
              <a:rPr lang="en-US" sz="1400" dirty="0"/>
              <a:t> </a:t>
            </a:r>
            <a:r>
              <a:rPr lang="en-US" sz="1400" dirty="0" err="1"/>
              <a:t>konfigurasi</a:t>
            </a:r>
            <a:r>
              <a:rPr lang="en-US" sz="1400" dirty="0"/>
              <a:t> dan </a:t>
            </a:r>
            <a:r>
              <a:rPr lang="en-US" sz="1400" dirty="0" err="1"/>
              <a:t>inisialisasi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git.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/>
              <a:t>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7985353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 err="1"/>
              <a:t>Sebelum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mulai</a:t>
            </a:r>
            <a:r>
              <a:rPr lang="en-US" sz="1100" dirty="0"/>
              <a:t> </a:t>
            </a:r>
            <a:r>
              <a:rPr lang="en-US" sz="1100" dirty="0" err="1"/>
              <a:t>bekerja</a:t>
            </a:r>
            <a:r>
              <a:rPr lang="en-US" sz="1100" dirty="0"/>
              <a:t> </a:t>
            </a:r>
            <a:r>
              <a:rPr lang="en-US" sz="1100" dirty="0" err="1"/>
              <a:t>dengan</a:t>
            </a:r>
            <a:r>
              <a:rPr lang="en-US" sz="1100" dirty="0"/>
              <a:t> git,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melakukan</a:t>
            </a:r>
            <a:r>
              <a:rPr lang="en-US" sz="1100" dirty="0"/>
              <a:t> </a:t>
            </a:r>
            <a:r>
              <a:rPr lang="en-US" sz="1100" dirty="0" err="1"/>
              <a:t>sedikit</a:t>
            </a:r>
            <a:r>
              <a:rPr lang="en-US" sz="1100" dirty="0"/>
              <a:t> </a:t>
            </a:r>
            <a:r>
              <a:rPr lang="en-US" sz="1100" dirty="0" err="1"/>
              <a:t>konfigurasi</a:t>
            </a:r>
            <a:r>
              <a:rPr lang="en-US" sz="1100" dirty="0"/>
              <a:t>, </a:t>
            </a:r>
            <a:r>
              <a:rPr lang="en-US" sz="1100" dirty="0" err="1"/>
              <a:t>yaitu</a:t>
            </a:r>
            <a:r>
              <a:rPr lang="en-US" sz="1100" dirty="0"/>
              <a:t> </a:t>
            </a:r>
            <a:r>
              <a:rPr lang="en-US" sz="1100" dirty="0" err="1"/>
              <a:t>mendefinisikan</a:t>
            </a:r>
            <a:r>
              <a:rPr lang="en-US" sz="1100" dirty="0"/>
              <a:t> username dan email yang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gunakan</a:t>
            </a:r>
            <a:r>
              <a:rPr lang="en-US" sz="1100" dirty="0"/>
              <a:t> </a:t>
            </a:r>
            <a:r>
              <a:rPr lang="en-US" sz="1100" dirty="0" err="1"/>
              <a:t>selama</a:t>
            </a:r>
            <a:r>
              <a:rPr lang="en-US" sz="1100" dirty="0"/>
              <a:t> </a:t>
            </a:r>
            <a:r>
              <a:rPr lang="en-US" sz="1100" dirty="0" err="1"/>
              <a:t>bekerja</a:t>
            </a:r>
            <a:r>
              <a:rPr lang="en-US" sz="1100" dirty="0"/>
              <a:t> </a:t>
            </a:r>
            <a:r>
              <a:rPr lang="en-US" sz="1100" dirty="0" err="1"/>
              <a:t>menggunakan</a:t>
            </a:r>
            <a:r>
              <a:rPr lang="en-US" sz="1100" dirty="0"/>
              <a:t> git, </a:t>
            </a:r>
            <a:r>
              <a:rPr lang="en-US" sz="1100" dirty="0" err="1"/>
              <a:t>karena</a:t>
            </a:r>
            <a:r>
              <a:rPr lang="en-US" sz="1100" dirty="0"/>
              <a:t> git </a:t>
            </a:r>
            <a:r>
              <a:rPr lang="en-US" sz="1100" dirty="0" err="1"/>
              <a:t>perlu</a:t>
            </a:r>
            <a:r>
              <a:rPr lang="en-US" sz="1100" dirty="0"/>
              <a:t> </a:t>
            </a:r>
            <a:r>
              <a:rPr lang="en-US" sz="1100" dirty="0" err="1"/>
              <a:t>mengetahui</a:t>
            </a:r>
            <a:r>
              <a:rPr lang="en-US" sz="1100" dirty="0"/>
              <a:t> </a:t>
            </a:r>
            <a:r>
              <a:rPr lang="en-US" sz="1100" dirty="0" err="1"/>
              <a:t>siapa</a:t>
            </a:r>
            <a:r>
              <a:rPr lang="en-US" sz="1100" dirty="0"/>
              <a:t> yang </a:t>
            </a:r>
            <a:r>
              <a:rPr lang="en-US" sz="1100" dirty="0" err="1"/>
              <a:t>melakukan</a:t>
            </a:r>
            <a:r>
              <a:rPr lang="en-US" sz="1100" dirty="0"/>
              <a:t> </a:t>
            </a:r>
            <a:r>
              <a:rPr lang="en-US" sz="1100" dirty="0" err="1"/>
              <a:t>operasi</a:t>
            </a:r>
            <a:r>
              <a:rPr lang="en-US" sz="1100" dirty="0"/>
              <a:t> </a:t>
            </a:r>
            <a:r>
              <a:rPr lang="en-US" sz="1100" dirty="0" err="1"/>
              <a:t>terhadap</a:t>
            </a:r>
            <a:r>
              <a:rPr lang="en-US" sz="1100" dirty="0"/>
              <a:t> project yang </a:t>
            </a:r>
            <a:r>
              <a:rPr lang="en-US" sz="1100" dirty="0" err="1"/>
              <a:t>sedang</a:t>
            </a:r>
            <a:r>
              <a:rPr lang="en-US" sz="1100" dirty="0"/>
              <a:t> </a:t>
            </a:r>
            <a:r>
              <a:rPr lang="en-US" sz="1100" dirty="0" err="1"/>
              <a:t>dikerjakan</a:t>
            </a:r>
            <a:r>
              <a:rPr lang="en-US" sz="1100" dirty="0"/>
              <a:t>. 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 err="1"/>
              <a:t>Berikut</a:t>
            </a:r>
            <a:r>
              <a:rPr lang="en-US" sz="1100" dirty="0"/>
              <a:t> </a:t>
            </a:r>
            <a:r>
              <a:rPr lang="en-US" sz="1100" dirty="0" err="1"/>
              <a:t>ini</a:t>
            </a:r>
            <a:r>
              <a:rPr lang="en-US" sz="1100" dirty="0"/>
              <a:t> </a:t>
            </a:r>
            <a:r>
              <a:rPr lang="en-US" sz="1100" dirty="0" err="1"/>
              <a:t>adalah</a:t>
            </a:r>
            <a:r>
              <a:rPr lang="en-US" sz="1100" dirty="0"/>
              <a:t> </a:t>
            </a:r>
            <a:r>
              <a:rPr lang="en-US" sz="1100" dirty="0" err="1"/>
              <a:t>beberapa</a:t>
            </a:r>
            <a:r>
              <a:rPr lang="en-US" sz="1100" dirty="0"/>
              <a:t> git command yang </a:t>
            </a:r>
            <a:r>
              <a:rPr lang="en-US" sz="1100" dirty="0" err="1"/>
              <a:t>membantu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melakukan</a:t>
            </a:r>
            <a:r>
              <a:rPr lang="en-US" sz="1100" dirty="0"/>
              <a:t> </a:t>
            </a:r>
            <a:r>
              <a:rPr lang="en-US" sz="1100" dirty="0" err="1"/>
              <a:t>konfigurasi</a:t>
            </a:r>
            <a:r>
              <a:rPr lang="en-US" sz="1100" dirty="0"/>
              <a:t> dan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mulai</a:t>
            </a:r>
            <a:r>
              <a:rPr lang="en-US" sz="1100" dirty="0"/>
              <a:t> </a:t>
            </a:r>
            <a:r>
              <a:rPr lang="en-US" sz="1100" dirty="0" err="1"/>
              <a:t>menggunakan</a:t>
            </a:r>
            <a:r>
              <a:rPr lang="en-US" sz="1100" dirty="0"/>
              <a:t> git.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50779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git dan </a:t>
            </a:r>
            <a:r>
              <a:rPr lang="en-US" dirty="0" err="1"/>
              <a:t>menjalankan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commandnya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tools </a:t>
            </a:r>
            <a:r>
              <a:rPr lang="en-US" dirty="0" err="1"/>
              <a:t>seperti</a:t>
            </a:r>
            <a:r>
              <a:rPr lang="en-US" dirty="0"/>
              <a:t> Git Bash, Terminal, </a:t>
            </a:r>
            <a:r>
              <a:rPr lang="en-US" dirty="0" err="1"/>
              <a:t>atau</a:t>
            </a:r>
            <a:r>
              <a:rPr lang="en-US" dirty="0"/>
              <a:t> Windows PowerShell. </a:t>
            </a:r>
          </a:p>
          <a:p>
            <a:pPr marL="158750" indent="0">
              <a:buNone/>
            </a:pPr>
            <a:r>
              <a:rPr lang="en-US" dirty="0"/>
              <a:t>Dan </a:t>
            </a:r>
            <a:r>
              <a:rPr lang="en-US" dirty="0" err="1"/>
              <a:t>kita</a:t>
            </a:r>
            <a:r>
              <a:rPr lang="en-US" dirty="0"/>
              <a:t> juga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terminal </a:t>
            </a:r>
            <a:r>
              <a:rPr lang="en-US" dirty="0" err="1"/>
              <a:t>dari</a:t>
            </a:r>
            <a:r>
              <a:rPr lang="en-US" dirty="0"/>
              <a:t> vs code yang </a:t>
            </a:r>
            <a:r>
              <a:rPr lang="en-US" dirty="0" err="1"/>
              <a:t>biasa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gunakan</a:t>
            </a:r>
            <a:r>
              <a:rPr lang="en-US" dirty="0"/>
              <a:t>.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Mari </a:t>
            </a:r>
            <a:r>
              <a:rPr lang="en-US" dirty="0" err="1"/>
              <a:t>sekarang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praktikkan</a:t>
            </a:r>
            <a:r>
              <a:rPr lang="en-US" dirty="0"/>
              <a:t>.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b="1" dirty="0"/>
              <a:t>Live Code : Configuration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14617004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96b2f0a949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96b2f0a949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/>
              <a:t>Setelah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melakukan</a:t>
            </a:r>
            <a:r>
              <a:rPr lang="en-US" sz="1400" dirty="0"/>
              <a:t> </a:t>
            </a:r>
            <a:r>
              <a:rPr lang="en-US" sz="1400" dirty="0" err="1"/>
              <a:t>konfigurasi</a:t>
            </a:r>
            <a:r>
              <a:rPr lang="en-US" sz="1400" dirty="0"/>
              <a:t> username dan email, </a:t>
            </a:r>
            <a:r>
              <a:rPr lang="en-US" sz="1400" dirty="0" err="1"/>
              <a:t>sekarang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melakukan</a:t>
            </a:r>
            <a:r>
              <a:rPr lang="en-US" sz="1400" dirty="0"/>
              <a:t> proses </a:t>
            </a:r>
            <a:r>
              <a:rPr lang="en-US" sz="1400" dirty="0" err="1"/>
              <a:t>inisialisasi</a:t>
            </a:r>
            <a:r>
              <a:rPr lang="en-US" sz="1400" dirty="0"/>
              <a:t>, </a:t>
            </a:r>
            <a:r>
              <a:rPr lang="en-US" sz="1400" dirty="0" err="1"/>
              <a:t>yaitu</a:t>
            </a:r>
            <a:r>
              <a:rPr lang="en-US" sz="1400" dirty="0"/>
              <a:t> </a:t>
            </a:r>
            <a:r>
              <a:rPr lang="en-US" sz="1400" dirty="0" err="1"/>
              <a:t>menghubungkan</a:t>
            </a:r>
            <a:r>
              <a:rPr lang="en-US" sz="1400" dirty="0"/>
              <a:t> project/folder yang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inginkan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git.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/>
              <a:t>Dimana </a:t>
            </a:r>
            <a:r>
              <a:rPr lang="en-US" sz="1400" dirty="0" err="1"/>
              <a:t>caranya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membuat</a:t>
            </a:r>
            <a:r>
              <a:rPr lang="en-US" sz="1400" dirty="0"/>
              <a:t> </a:t>
            </a:r>
            <a:r>
              <a:rPr lang="en-US" sz="1400" dirty="0" err="1"/>
              <a:t>sebuah</a:t>
            </a:r>
            <a:r>
              <a:rPr lang="en-US" sz="1400" dirty="0"/>
              <a:t> git repository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menjalankan</a:t>
            </a:r>
            <a:r>
              <a:rPr lang="en-US" sz="1400" dirty="0"/>
              <a:t> command  git </a:t>
            </a:r>
            <a:r>
              <a:rPr lang="en-US" sz="1400" dirty="0" err="1"/>
              <a:t>init</a:t>
            </a:r>
            <a:r>
              <a:rPr lang="en-US" sz="1400" dirty="0"/>
              <a:t> </a:t>
            </a:r>
            <a:r>
              <a:rPr lang="en-US" sz="1400" dirty="0" err="1"/>
              <a:t>didalam</a:t>
            </a:r>
            <a:r>
              <a:rPr lang="en-US" sz="1400" dirty="0"/>
              <a:t> folder/project yang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ingin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dihubungkan</a:t>
            </a:r>
            <a:r>
              <a:rPr lang="en-US" sz="1400" dirty="0"/>
              <a:t>/</a:t>
            </a:r>
            <a:r>
              <a:rPr lang="en-US" sz="1400" dirty="0" err="1"/>
              <a:t>dipantau</a:t>
            </a:r>
            <a:r>
              <a:rPr lang="en-US" sz="1400" dirty="0"/>
              <a:t> oleh git.</a:t>
            </a:r>
            <a:endParaRPr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dirty="0"/>
              <a:t>Ok </a:t>
            </a:r>
            <a:r>
              <a:rPr lang="en-US" sz="1100" b="0" dirty="0" err="1"/>
              <a:t>jadi</a:t>
            </a:r>
            <a:r>
              <a:rPr lang="en-US" sz="1100" b="0" dirty="0"/>
              <a:t> </a:t>
            </a:r>
            <a:r>
              <a:rPr lang="en-US" sz="1100" b="0" dirty="0" err="1"/>
              <a:t>apa</a:t>
            </a:r>
            <a:r>
              <a:rPr lang="en-US" sz="1100" b="0" dirty="0"/>
              <a:t> </a:t>
            </a:r>
            <a:r>
              <a:rPr lang="en-US" sz="1100" b="0" dirty="0" err="1"/>
              <a:t>itu</a:t>
            </a:r>
            <a:r>
              <a:rPr lang="en-US" sz="1100" b="0" dirty="0"/>
              <a:t> Git repository?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dirty="0"/>
              <a:t>Git repository </a:t>
            </a:r>
            <a:r>
              <a:rPr lang="en-US" sz="1100" b="0" dirty="0" err="1"/>
              <a:t>adalah</a:t>
            </a:r>
            <a:r>
              <a:rPr lang="en-US" sz="1100" b="0" dirty="0"/>
              <a:t> </a:t>
            </a:r>
            <a:r>
              <a:rPr lang="en-US" sz="1100" b="0" dirty="0" err="1"/>
              <a:t>sebuah</a:t>
            </a:r>
            <a:r>
              <a:rPr lang="en-US" sz="1100" b="0" dirty="0"/>
              <a:t> </a:t>
            </a:r>
            <a:r>
              <a:rPr lang="en-US" sz="1100" b="0" dirty="0" err="1"/>
              <a:t>tempat</a:t>
            </a:r>
            <a:r>
              <a:rPr lang="en-US" sz="1100" b="0" dirty="0"/>
              <a:t> </a:t>
            </a:r>
            <a:r>
              <a:rPr lang="en-US" sz="1100" b="0" dirty="0" err="1"/>
              <a:t>penyimpanan</a:t>
            </a:r>
            <a:r>
              <a:rPr lang="en-US" sz="1100" b="0" dirty="0"/>
              <a:t> virtual </a:t>
            </a:r>
            <a:r>
              <a:rPr lang="en-US" sz="1100" b="0" dirty="0" err="1"/>
              <a:t>dari</a:t>
            </a:r>
            <a:r>
              <a:rPr lang="en-US" sz="1100" b="0" dirty="0"/>
              <a:t> project </a:t>
            </a:r>
            <a:r>
              <a:rPr lang="en-US" sz="1100" b="0" dirty="0" err="1"/>
              <a:t>kita</a:t>
            </a:r>
            <a:r>
              <a:rPr lang="en-US" sz="1100" b="0" dirty="0"/>
              <a:t>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dirty="0"/>
              <a:t>Git repository </a:t>
            </a:r>
            <a:r>
              <a:rPr lang="en-US" sz="1100" b="0" dirty="0" err="1"/>
              <a:t>memungkinkan</a:t>
            </a:r>
            <a:r>
              <a:rPr lang="en-US" sz="1100" b="0" dirty="0"/>
              <a:t> </a:t>
            </a:r>
            <a:r>
              <a:rPr lang="en-US" sz="1100" b="0" dirty="0" err="1"/>
              <a:t>kita</a:t>
            </a:r>
            <a:r>
              <a:rPr lang="en-US" sz="1100" b="0" dirty="0"/>
              <a:t> </a:t>
            </a:r>
            <a:r>
              <a:rPr lang="en-US" sz="1100" b="0" dirty="0" err="1"/>
              <a:t>untuk</a:t>
            </a:r>
            <a:r>
              <a:rPr lang="en-US" sz="1100" b="0" dirty="0"/>
              <a:t> </a:t>
            </a:r>
            <a:r>
              <a:rPr lang="en-US" sz="1100" b="0" dirty="0" err="1"/>
              <a:t>menyimpan</a:t>
            </a:r>
            <a:r>
              <a:rPr lang="en-US" sz="1100" b="0" dirty="0"/>
              <a:t> </a:t>
            </a:r>
            <a:r>
              <a:rPr lang="en-US" sz="1100" b="0" dirty="0" err="1"/>
              <a:t>versi</a:t>
            </a:r>
            <a:r>
              <a:rPr lang="en-US" sz="1100" b="0" dirty="0"/>
              <a:t> </a:t>
            </a:r>
            <a:r>
              <a:rPr lang="en-US" sz="1100" b="0" dirty="0" err="1"/>
              <a:t>dari</a:t>
            </a:r>
            <a:r>
              <a:rPr lang="en-US" sz="1100" b="0" dirty="0"/>
              <a:t> </a:t>
            </a:r>
            <a:r>
              <a:rPr lang="en-US" sz="1100" b="0" dirty="0" err="1"/>
              <a:t>kode</a:t>
            </a:r>
            <a:r>
              <a:rPr lang="en-US" sz="1100" b="0" dirty="0"/>
              <a:t>/project </a:t>
            </a:r>
            <a:r>
              <a:rPr lang="en-US" sz="1100" b="0" dirty="0" err="1"/>
              <a:t>kita</a:t>
            </a:r>
            <a:r>
              <a:rPr lang="en-US" sz="1100" b="0" dirty="0"/>
              <a:t>, yang </a:t>
            </a:r>
            <a:r>
              <a:rPr lang="en-US" sz="1100" b="0" dirty="0" err="1"/>
              <a:t>dapat</a:t>
            </a:r>
            <a:r>
              <a:rPr lang="en-US" sz="1100" b="0" dirty="0"/>
              <a:t> </a:t>
            </a:r>
            <a:r>
              <a:rPr lang="en-US" sz="1100" b="0" dirty="0" err="1"/>
              <a:t>kita</a:t>
            </a:r>
            <a:r>
              <a:rPr lang="en-US" sz="1100" b="0" dirty="0"/>
              <a:t> </a:t>
            </a:r>
            <a:r>
              <a:rPr lang="en-US" sz="1100" b="0" dirty="0" err="1"/>
              <a:t>akses</a:t>
            </a:r>
            <a:r>
              <a:rPr lang="en-US" sz="1100" b="0" dirty="0"/>
              <a:t> </a:t>
            </a:r>
            <a:r>
              <a:rPr lang="en-US" sz="1100" b="0" dirty="0" err="1"/>
              <a:t>bila</a:t>
            </a:r>
            <a:r>
              <a:rPr lang="en-US" sz="1100" b="0" dirty="0"/>
              <a:t> </a:t>
            </a:r>
            <a:r>
              <a:rPr lang="en-US" sz="1100" b="0" dirty="0" err="1"/>
              <a:t>diperlukan</a:t>
            </a:r>
            <a:r>
              <a:rPr lang="en-US" sz="1100" b="0" dirty="0"/>
              <a:t>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dirty="0"/>
          </a:p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39834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dirty="0" err="1"/>
              <a:t>Untuk</a:t>
            </a:r>
            <a:r>
              <a:rPr lang="en-US" sz="1100" b="0" dirty="0"/>
              <a:t> </a:t>
            </a:r>
            <a:r>
              <a:rPr lang="en-US" sz="1100" b="0" dirty="0" err="1"/>
              <a:t>membuat</a:t>
            </a:r>
            <a:r>
              <a:rPr lang="en-US" sz="1100" b="0" dirty="0"/>
              <a:t> </a:t>
            </a:r>
            <a:r>
              <a:rPr lang="en-US" sz="1100" b="0" dirty="0" err="1"/>
              <a:t>sebuah</a:t>
            </a:r>
            <a:r>
              <a:rPr lang="en-US" sz="1100" b="0" dirty="0"/>
              <a:t> repository </a:t>
            </a:r>
            <a:r>
              <a:rPr lang="en-US" sz="1100" b="0" dirty="0" err="1"/>
              <a:t>baru</a:t>
            </a:r>
            <a:r>
              <a:rPr lang="en-US" sz="1100" b="0" dirty="0"/>
              <a:t>, </a:t>
            </a:r>
            <a:r>
              <a:rPr lang="en-US" sz="1100" b="0" dirty="0" err="1"/>
              <a:t>kita</a:t>
            </a:r>
            <a:r>
              <a:rPr lang="en-US" sz="1100" b="0" dirty="0"/>
              <a:t> </a:t>
            </a:r>
            <a:r>
              <a:rPr lang="en-US" sz="1100" b="0" dirty="0" err="1"/>
              <a:t>akan</a:t>
            </a:r>
            <a:r>
              <a:rPr lang="en-US" sz="1100" b="0" dirty="0"/>
              <a:t> </a:t>
            </a:r>
            <a:r>
              <a:rPr lang="en-US" sz="1100" b="0" dirty="0" err="1"/>
              <a:t>menggunakan</a:t>
            </a:r>
            <a:r>
              <a:rPr lang="en-US" sz="1100" b="0" dirty="0"/>
              <a:t> command git </a:t>
            </a:r>
            <a:r>
              <a:rPr lang="en-US" sz="1100" b="0" dirty="0" err="1"/>
              <a:t>init.</a:t>
            </a:r>
            <a:r>
              <a:rPr lang="en-US" sz="1100" b="0" dirty="0"/>
              <a:t> 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dirty="0"/>
              <a:t>git </a:t>
            </a:r>
            <a:r>
              <a:rPr lang="en-US" sz="1100" b="0" dirty="0" err="1"/>
              <a:t>init</a:t>
            </a:r>
            <a:r>
              <a:rPr lang="en-US" sz="1100" b="0" dirty="0"/>
              <a:t> </a:t>
            </a:r>
            <a:r>
              <a:rPr lang="en-US" sz="1100" b="0" dirty="0" err="1"/>
              <a:t>adalah</a:t>
            </a:r>
            <a:r>
              <a:rPr lang="en-US" sz="1100" b="0" dirty="0"/>
              <a:t> command yang </a:t>
            </a:r>
            <a:r>
              <a:rPr lang="en-US" sz="1100" b="0" dirty="0" err="1"/>
              <a:t>satu</a:t>
            </a:r>
            <a:r>
              <a:rPr lang="en-US" sz="1100" b="0" dirty="0"/>
              <a:t> kali </a:t>
            </a:r>
            <a:r>
              <a:rPr lang="en-US" sz="1100" b="0" dirty="0" err="1"/>
              <a:t>kita</a:t>
            </a:r>
            <a:r>
              <a:rPr lang="en-US" sz="1100" b="0" dirty="0"/>
              <a:t> </a:t>
            </a:r>
            <a:r>
              <a:rPr lang="en-US" sz="1100" b="0" dirty="0" err="1"/>
              <a:t>gunakan</a:t>
            </a:r>
            <a:r>
              <a:rPr lang="en-US" sz="1100" b="0" dirty="0"/>
              <a:t> </a:t>
            </a:r>
            <a:r>
              <a:rPr lang="en-US" sz="1100" b="0" dirty="0" err="1"/>
              <a:t>saat</a:t>
            </a:r>
            <a:r>
              <a:rPr lang="en-US" sz="1100" b="0" dirty="0"/>
              <a:t> </a:t>
            </a:r>
            <a:r>
              <a:rPr lang="en-US" sz="1100" b="0" dirty="0" err="1"/>
              <a:t>melakukan</a:t>
            </a:r>
            <a:r>
              <a:rPr lang="en-US" sz="1100" b="0" dirty="0"/>
              <a:t> </a:t>
            </a:r>
            <a:r>
              <a:rPr lang="en-US" sz="1100" b="0" dirty="0" err="1"/>
              <a:t>penyiapan</a:t>
            </a:r>
            <a:r>
              <a:rPr lang="en-US" sz="1100" b="0" dirty="0"/>
              <a:t> </a:t>
            </a:r>
            <a:r>
              <a:rPr lang="en-US" sz="1100" b="0" dirty="0" err="1"/>
              <a:t>awal</a:t>
            </a:r>
            <a:r>
              <a:rPr lang="en-US" sz="1100" b="0" dirty="0"/>
              <a:t> </a:t>
            </a:r>
            <a:r>
              <a:rPr lang="en-US" sz="1100" b="0" dirty="0" err="1"/>
              <a:t>dari</a:t>
            </a:r>
            <a:r>
              <a:rPr lang="en-US" sz="1100" b="0" dirty="0"/>
              <a:t> repository </a:t>
            </a:r>
            <a:r>
              <a:rPr lang="en-US" sz="1100" b="0" dirty="0" err="1"/>
              <a:t>baru</a:t>
            </a:r>
            <a:r>
              <a:rPr lang="en-US" sz="1100" b="0" dirty="0"/>
              <a:t>. 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dirty="0" err="1"/>
              <a:t>Menjalankan</a:t>
            </a:r>
            <a:r>
              <a:rPr lang="en-US" sz="1100" b="0" dirty="0"/>
              <a:t> command </a:t>
            </a:r>
            <a:r>
              <a:rPr lang="en-US" sz="1100" b="0" dirty="0" err="1"/>
              <a:t>ini</a:t>
            </a:r>
            <a:r>
              <a:rPr lang="en-US" sz="1100" b="0" dirty="0"/>
              <a:t> </a:t>
            </a:r>
            <a:r>
              <a:rPr lang="en-US" sz="1100" b="0" dirty="0" err="1"/>
              <a:t>akan</a:t>
            </a:r>
            <a:r>
              <a:rPr lang="en-US" sz="1100" b="0" dirty="0"/>
              <a:t> </a:t>
            </a:r>
            <a:r>
              <a:rPr lang="en-US" sz="1100" b="0" dirty="0" err="1"/>
              <a:t>membuat</a:t>
            </a:r>
            <a:r>
              <a:rPr lang="en-US" sz="1100" b="0" dirty="0"/>
              <a:t> </a:t>
            </a:r>
            <a:r>
              <a:rPr lang="en-US" sz="1100" b="0" dirty="0" err="1"/>
              <a:t>subdirektori</a:t>
            </a:r>
            <a:r>
              <a:rPr lang="en-US" sz="1100" b="0" dirty="0"/>
              <a:t> .git </a:t>
            </a:r>
            <a:r>
              <a:rPr lang="en-US" sz="1100" b="0" dirty="0" err="1"/>
              <a:t>baru</a:t>
            </a:r>
            <a:r>
              <a:rPr lang="en-US" sz="1100" b="0" dirty="0"/>
              <a:t> di </a:t>
            </a:r>
            <a:r>
              <a:rPr lang="en-US" sz="1100" b="0" dirty="0" err="1"/>
              <a:t>direktori</a:t>
            </a:r>
            <a:r>
              <a:rPr lang="en-US" sz="1100" b="0" dirty="0"/>
              <a:t> </a:t>
            </a:r>
            <a:r>
              <a:rPr lang="en-US" sz="1100" b="0" dirty="0" err="1"/>
              <a:t>kerja</a:t>
            </a:r>
            <a:r>
              <a:rPr lang="en-US" sz="1100" b="0" dirty="0"/>
              <a:t> </a:t>
            </a:r>
            <a:r>
              <a:rPr lang="en-US" sz="1100" b="0" dirty="0" err="1"/>
              <a:t>kita</a:t>
            </a:r>
            <a:r>
              <a:rPr lang="en-US" sz="1100" b="0" dirty="0"/>
              <a:t> </a:t>
            </a:r>
            <a:r>
              <a:rPr lang="en-US" sz="1100" b="0" dirty="0" err="1"/>
              <a:t>saat</a:t>
            </a:r>
            <a:r>
              <a:rPr lang="en-US" sz="1100" b="0" dirty="0"/>
              <a:t> </a:t>
            </a:r>
            <a:r>
              <a:rPr lang="en-US" sz="1100" b="0" dirty="0" err="1"/>
              <a:t>ini</a:t>
            </a:r>
            <a:r>
              <a:rPr lang="en-US" sz="1100" b="0" dirty="0"/>
              <a:t>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dirty="0"/>
              <a:t>Mari </a:t>
            </a:r>
            <a:r>
              <a:rPr lang="en-US" sz="1100" b="0" dirty="0" err="1"/>
              <a:t>sekarang</a:t>
            </a:r>
            <a:r>
              <a:rPr lang="en-US" sz="1100" b="0" dirty="0"/>
              <a:t> </a:t>
            </a:r>
            <a:r>
              <a:rPr lang="en-US" sz="1100" b="0" dirty="0" err="1"/>
              <a:t>langsung</a:t>
            </a:r>
            <a:r>
              <a:rPr lang="en-US" sz="1100" b="0" dirty="0"/>
              <a:t> </a:t>
            </a:r>
            <a:r>
              <a:rPr lang="en-US" sz="1100" b="0" dirty="0" err="1"/>
              <a:t>saja</a:t>
            </a:r>
            <a:r>
              <a:rPr lang="en-US" sz="1100" b="0" dirty="0"/>
              <a:t> </a:t>
            </a:r>
            <a:r>
              <a:rPr lang="en-US" sz="1100" b="0" dirty="0" err="1"/>
              <a:t>kita</a:t>
            </a:r>
            <a:r>
              <a:rPr lang="en-US" sz="1100" b="0" dirty="0"/>
              <a:t> </a:t>
            </a:r>
            <a:r>
              <a:rPr lang="en-US" sz="1100" b="0" dirty="0" err="1"/>
              <a:t>praktikkan</a:t>
            </a:r>
            <a:r>
              <a:rPr lang="en-US" sz="1100" b="0" dirty="0"/>
              <a:t>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1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1" dirty="0"/>
              <a:t>(Live Code : Initialization)</a:t>
            </a:r>
          </a:p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85928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 err="1"/>
              <a:t>Melanjuti</a:t>
            </a:r>
            <a:r>
              <a:rPr lang="en-US" sz="1400" dirty="0"/>
              <a:t> </a:t>
            </a:r>
            <a:r>
              <a:rPr lang="en-US" sz="1400" dirty="0" err="1"/>
              <a:t>sesi</a:t>
            </a:r>
            <a:r>
              <a:rPr lang="en-US" sz="1400" dirty="0"/>
              <a:t> </a:t>
            </a:r>
            <a:r>
              <a:rPr lang="en-US" sz="1400" dirty="0" err="1"/>
              <a:t>materi</a:t>
            </a:r>
            <a:r>
              <a:rPr lang="en-US" sz="1400" dirty="0"/>
              <a:t> Git,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 err="1"/>
              <a:t>Sekarang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membahas</a:t>
            </a:r>
            <a:r>
              <a:rPr lang="en-US" sz="1400" dirty="0"/>
              <a:t> </a:t>
            </a:r>
            <a:r>
              <a:rPr lang="en-US" sz="1400" dirty="0" err="1"/>
              <a:t>bagaimana</a:t>
            </a:r>
            <a:r>
              <a:rPr lang="en-US" sz="1400" dirty="0"/>
              <a:t> </a:t>
            </a:r>
            <a:r>
              <a:rPr lang="en-US" sz="1400" dirty="0" err="1"/>
              <a:t>cara</a:t>
            </a:r>
            <a:r>
              <a:rPr lang="en-US" sz="1400" dirty="0"/>
              <a:t> </a:t>
            </a:r>
            <a:r>
              <a:rPr lang="en-US" sz="1400" dirty="0" err="1"/>
              <a:t>membuat</a:t>
            </a:r>
            <a:r>
              <a:rPr lang="en-US" sz="1400" dirty="0"/>
              <a:t> checkpoint </a:t>
            </a:r>
            <a:r>
              <a:rPr lang="en-US" sz="1400" dirty="0" err="1"/>
              <a:t>dengan</a:t>
            </a:r>
            <a:r>
              <a:rPr lang="en-US" sz="1400" dirty="0"/>
              <a:t> git.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/>
              <a:t>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3746161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 err="1"/>
              <a:t>Dalam</a:t>
            </a:r>
            <a:r>
              <a:rPr lang="en-US" sz="1100" dirty="0"/>
              <a:t> proses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membuat</a:t>
            </a:r>
            <a:r>
              <a:rPr lang="en-US" sz="1100" dirty="0"/>
              <a:t> checkpoint project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menggunakan</a:t>
            </a:r>
            <a:r>
              <a:rPr lang="en-US" sz="1100" dirty="0"/>
              <a:t> git, </a:t>
            </a:r>
            <a:r>
              <a:rPr lang="en-US" sz="1100" dirty="0" err="1"/>
              <a:t>prosesnya</a:t>
            </a:r>
            <a:r>
              <a:rPr lang="en-US" sz="1100" dirty="0"/>
              <a:t> </a:t>
            </a:r>
            <a:r>
              <a:rPr lang="en-US" sz="1100" dirty="0" err="1"/>
              <a:t>dibagi</a:t>
            </a:r>
            <a:r>
              <a:rPr lang="en-US" sz="1100" dirty="0"/>
              <a:t> </a:t>
            </a:r>
            <a:r>
              <a:rPr lang="en-US" sz="1100" dirty="0" err="1"/>
              <a:t>menjadi</a:t>
            </a:r>
            <a:r>
              <a:rPr lang="en-US" sz="1100" dirty="0"/>
              <a:t> </a:t>
            </a:r>
            <a:r>
              <a:rPr lang="en-US" sz="1100" dirty="0" err="1"/>
              <a:t>tiga</a:t>
            </a:r>
            <a:r>
              <a:rPr lang="en-US" sz="1100" dirty="0"/>
              <a:t> </a:t>
            </a:r>
            <a:r>
              <a:rPr lang="en-US" sz="1100" dirty="0" err="1"/>
              <a:t>bagian</a:t>
            </a:r>
            <a:r>
              <a:rPr lang="en-US" sz="1100" dirty="0"/>
              <a:t>. 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 err="1"/>
              <a:t>Saat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baru</a:t>
            </a:r>
            <a:r>
              <a:rPr lang="en-US" sz="1100" dirty="0"/>
              <a:t> </a:t>
            </a:r>
            <a:r>
              <a:rPr lang="en-US" sz="1100" dirty="0" err="1"/>
              <a:t>memulai</a:t>
            </a:r>
            <a:r>
              <a:rPr lang="en-US" sz="1100" dirty="0"/>
              <a:t> </a:t>
            </a:r>
            <a:r>
              <a:rPr lang="en-US" sz="1100" dirty="0" err="1"/>
              <a:t>suatu</a:t>
            </a:r>
            <a:r>
              <a:rPr lang="en-US" sz="1100" dirty="0"/>
              <a:t> project dan </a:t>
            </a:r>
            <a:r>
              <a:rPr lang="en-US" sz="1100" dirty="0" err="1"/>
              <a:t>membuat</a:t>
            </a:r>
            <a:r>
              <a:rPr lang="en-US" sz="1100" dirty="0"/>
              <a:t> git repository pada project </a:t>
            </a:r>
            <a:r>
              <a:rPr lang="en-US" sz="1100" dirty="0" err="1"/>
              <a:t>kita</a:t>
            </a:r>
            <a:r>
              <a:rPr lang="en-US" sz="1100" dirty="0"/>
              <a:t>, </a:t>
            </a:r>
            <a:r>
              <a:rPr lang="en-US" sz="1100" dirty="0" err="1"/>
              <a:t>semua</a:t>
            </a:r>
            <a:r>
              <a:rPr lang="en-US" sz="1100" dirty="0"/>
              <a:t> file pada project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memiliki</a:t>
            </a:r>
            <a:r>
              <a:rPr lang="en-US" sz="1100" dirty="0"/>
              <a:t> status Untracked. </a:t>
            </a:r>
            <a:r>
              <a:rPr lang="en-US" sz="1100" dirty="0" err="1"/>
              <a:t>Yaitu</a:t>
            </a:r>
            <a:r>
              <a:rPr lang="en-US" sz="1100" dirty="0"/>
              <a:t> status yang </a:t>
            </a:r>
            <a:r>
              <a:rPr lang="en-US" sz="1100" dirty="0" err="1"/>
              <a:t>menandakan</a:t>
            </a:r>
            <a:r>
              <a:rPr lang="en-US" sz="1100" dirty="0"/>
              <a:t> </a:t>
            </a:r>
            <a:r>
              <a:rPr lang="en-US" sz="1100" dirty="0" err="1"/>
              <a:t>bahwa</a:t>
            </a:r>
            <a:r>
              <a:rPr lang="en-US" sz="1100" dirty="0"/>
              <a:t> </a:t>
            </a:r>
            <a:r>
              <a:rPr lang="en-US" sz="1100" dirty="0" err="1"/>
              <a:t>filenya</a:t>
            </a:r>
            <a:r>
              <a:rPr lang="en-US" sz="1100" dirty="0"/>
              <a:t> </a:t>
            </a:r>
            <a:r>
              <a:rPr lang="en-US" sz="1100" dirty="0" err="1"/>
              <a:t>belum</a:t>
            </a:r>
            <a:r>
              <a:rPr lang="en-US" sz="1100" dirty="0"/>
              <a:t> </a:t>
            </a:r>
            <a:r>
              <a:rPr lang="en-US" sz="1100" dirty="0" err="1"/>
              <a:t>terlacak</a:t>
            </a:r>
            <a:r>
              <a:rPr lang="en-US" sz="1100" dirty="0"/>
              <a:t> </a:t>
            </a:r>
            <a:r>
              <a:rPr lang="en-US" sz="1100" dirty="0" err="1"/>
              <a:t>dalam</a:t>
            </a:r>
            <a:r>
              <a:rPr lang="en-US" sz="1100" dirty="0"/>
              <a:t> git repository </a:t>
            </a:r>
            <a:r>
              <a:rPr lang="en-US" sz="1100" dirty="0" err="1"/>
              <a:t>kita</a:t>
            </a:r>
            <a:r>
              <a:rPr lang="en-US" sz="1100" dirty="0"/>
              <a:t>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 err="1"/>
              <a:t>Kemudian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membuat</a:t>
            </a:r>
            <a:r>
              <a:rPr lang="en-US" sz="1100" dirty="0"/>
              <a:t> file-file pada project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menjadi</a:t>
            </a:r>
            <a:r>
              <a:rPr lang="en-US" sz="1100" dirty="0"/>
              <a:t> </a:t>
            </a:r>
            <a:r>
              <a:rPr lang="en-US" sz="1100" dirty="0" err="1"/>
              <a:t>terlacak</a:t>
            </a:r>
            <a:r>
              <a:rPr lang="en-US" sz="1100" dirty="0"/>
              <a:t> </a:t>
            </a:r>
            <a:r>
              <a:rPr lang="en-US" sz="1100" dirty="0" err="1"/>
              <a:t>dalam</a:t>
            </a:r>
            <a:r>
              <a:rPr lang="en-US" sz="1100" dirty="0"/>
              <a:t> git </a:t>
            </a:r>
            <a:r>
              <a:rPr lang="en-US" sz="1100" dirty="0" err="1"/>
              <a:t>repositorynya</a:t>
            </a:r>
            <a:r>
              <a:rPr lang="en-US" sz="1100" dirty="0"/>
              <a:t>, yang </a:t>
            </a:r>
            <a:r>
              <a:rPr lang="en-US" sz="1100" dirty="0" err="1"/>
              <a:t>pertama</a:t>
            </a:r>
            <a:r>
              <a:rPr lang="en-US" sz="1100" dirty="0"/>
              <a:t> </a:t>
            </a:r>
            <a:r>
              <a:rPr lang="en-US" sz="1100" dirty="0" err="1"/>
              <a:t>harus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lakukan</a:t>
            </a:r>
            <a:r>
              <a:rPr lang="en-US" sz="1100" dirty="0"/>
              <a:t> </a:t>
            </a:r>
            <a:r>
              <a:rPr lang="en-US" sz="1100" dirty="0" err="1"/>
              <a:t>adalah</a:t>
            </a:r>
            <a:r>
              <a:rPr lang="en-US" sz="1100" dirty="0"/>
              <a:t> </a:t>
            </a:r>
            <a:r>
              <a:rPr lang="en-US" sz="1100" dirty="0" err="1"/>
              <a:t>memindahkan</a:t>
            </a:r>
            <a:r>
              <a:rPr lang="en-US" sz="1100" dirty="0"/>
              <a:t> file-file </a:t>
            </a:r>
            <a:r>
              <a:rPr lang="en-US" sz="1100" dirty="0" err="1"/>
              <a:t>tersebut</a:t>
            </a:r>
            <a:r>
              <a:rPr lang="en-US" sz="1100" dirty="0"/>
              <a:t> </a:t>
            </a:r>
            <a:r>
              <a:rPr lang="en-US" sz="1100" dirty="0" err="1"/>
              <a:t>ke</a:t>
            </a:r>
            <a:r>
              <a:rPr lang="en-US" sz="1100" dirty="0"/>
              <a:t> yang </a:t>
            </a:r>
            <a:r>
              <a:rPr lang="en-US" sz="1100" dirty="0" err="1"/>
              <a:t>namanya</a:t>
            </a:r>
            <a:r>
              <a:rPr lang="en-US" sz="1100" dirty="0"/>
              <a:t> staging area.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/>
              <a:t>Dimana staging area </a:t>
            </a:r>
            <a:r>
              <a:rPr lang="en-US" sz="1100" dirty="0" err="1"/>
              <a:t>adalah</a:t>
            </a:r>
            <a:r>
              <a:rPr lang="en-US" sz="1100" dirty="0"/>
              <a:t> area yang </a:t>
            </a:r>
            <a:r>
              <a:rPr lang="en-US" sz="1100" dirty="0" err="1"/>
              <a:t>menentukan</a:t>
            </a:r>
            <a:r>
              <a:rPr lang="en-US" sz="1100" dirty="0"/>
              <a:t> file-file mana </a:t>
            </a:r>
            <a:r>
              <a:rPr lang="en-US" sz="1100" dirty="0" err="1"/>
              <a:t>saja</a:t>
            </a:r>
            <a:r>
              <a:rPr lang="en-US" sz="1100" dirty="0"/>
              <a:t> yang </a:t>
            </a:r>
            <a:r>
              <a:rPr lang="en-US" sz="1100" dirty="0" err="1"/>
              <a:t>ingin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simpan</a:t>
            </a:r>
            <a:r>
              <a:rPr lang="en-US" sz="1100" dirty="0"/>
              <a:t> di checkpoint yang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buat</a:t>
            </a:r>
            <a:r>
              <a:rPr lang="en-US" sz="1100" dirty="0"/>
              <a:t>. Jadi </a:t>
            </a:r>
            <a:r>
              <a:rPr lang="en-US" sz="1100" dirty="0" err="1"/>
              <a:t>semua</a:t>
            </a:r>
            <a:r>
              <a:rPr lang="en-US" sz="1100" dirty="0"/>
              <a:t> file yang </a:t>
            </a:r>
            <a:r>
              <a:rPr lang="en-US" sz="1100" dirty="0" err="1"/>
              <a:t>ingin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simpan</a:t>
            </a:r>
            <a:r>
              <a:rPr lang="en-US" sz="1100" dirty="0"/>
              <a:t> di checkpoint yang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dibuat</a:t>
            </a:r>
            <a:r>
              <a:rPr lang="en-US" sz="1100" dirty="0"/>
              <a:t>, </a:t>
            </a:r>
            <a:r>
              <a:rPr lang="en-US" sz="1100" dirty="0" err="1"/>
              <a:t>harus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masukkan</a:t>
            </a:r>
            <a:r>
              <a:rPr lang="en-US" sz="1100" dirty="0"/>
              <a:t> </a:t>
            </a:r>
            <a:r>
              <a:rPr lang="en-US" sz="1100" dirty="0" err="1"/>
              <a:t>ke</a:t>
            </a:r>
            <a:r>
              <a:rPr lang="en-US" sz="1100" dirty="0"/>
              <a:t> </a:t>
            </a:r>
            <a:r>
              <a:rPr lang="en-US" sz="1100" dirty="0" err="1"/>
              <a:t>dalam</a:t>
            </a:r>
            <a:endParaRPr lang="en-US" sz="110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/>
              <a:t>Staging area.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/>
          </a:p>
          <a:p>
            <a:pPr marL="158750" indent="0">
              <a:buNone/>
            </a:pPr>
            <a:r>
              <a:rPr lang="en-ID" dirty="0" err="1"/>
              <a:t>Selanjutnya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file-file mana </a:t>
            </a:r>
            <a:r>
              <a:rPr lang="en-ID" dirty="0" err="1"/>
              <a:t>saja</a:t>
            </a:r>
            <a:r>
              <a:rPr lang="en-ID" dirty="0"/>
              <a:t>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simpan</a:t>
            </a:r>
            <a:r>
              <a:rPr lang="en-ID" dirty="0"/>
              <a:t> dan </a:t>
            </a:r>
            <a:r>
              <a:rPr lang="en-ID" dirty="0" err="1"/>
              <a:t>memindahkannya</a:t>
            </a:r>
            <a:r>
              <a:rPr lang="en-ID" dirty="0"/>
              <a:t> </a:t>
            </a:r>
            <a:r>
              <a:rPr lang="en-ID" dirty="0" err="1"/>
              <a:t>kedalam</a:t>
            </a:r>
            <a:r>
              <a:rPr lang="en-ID" dirty="0"/>
              <a:t> staging area,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kemudian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yang Namanya commit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checkpointnya</a:t>
            </a:r>
            <a:r>
              <a:rPr lang="en-ID" dirty="0"/>
              <a:t>.</a:t>
            </a:r>
          </a:p>
          <a:p>
            <a:pPr marL="158750" indent="0">
              <a:buNone/>
            </a:pPr>
            <a:r>
              <a:rPr lang="en-ID" dirty="0"/>
              <a:t>Dimana commit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istilah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pada git. Jadi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commit, </a:t>
            </a:r>
            <a:r>
              <a:rPr lang="en-ID" dirty="0" err="1"/>
              <a:t>semua</a:t>
            </a:r>
            <a:r>
              <a:rPr lang="en-ID" dirty="0"/>
              <a:t> file yang </a:t>
            </a:r>
            <a:r>
              <a:rPr lang="en-ID" dirty="0" err="1"/>
              <a:t>berada</a:t>
            </a:r>
            <a:r>
              <a:rPr lang="en-ID" dirty="0"/>
              <a:t> </a:t>
            </a:r>
            <a:r>
              <a:rPr lang="en-ID" dirty="0" err="1"/>
              <a:t>didalam</a:t>
            </a:r>
            <a:r>
              <a:rPr lang="en-ID" dirty="0"/>
              <a:t> staging area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checkpoint </a:t>
            </a:r>
            <a:r>
              <a:rPr lang="en-ID" dirty="0" err="1"/>
              <a:t>baru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/>
          </a:p>
          <a:p>
            <a:pPr marL="158750" indent="0">
              <a:buNone/>
            </a:pPr>
            <a:r>
              <a:rPr lang="en-ID" dirty="0"/>
              <a:t>Setelah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commit dan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checkpoint, </a:t>
            </a:r>
            <a:r>
              <a:rPr lang="en-ID" dirty="0" err="1"/>
              <a:t>bila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merubah</a:t>
            </a:r>
            <a:r>
              <a:rPr lang="en-ID" dirty="0"/>
              <a:t> </a:t>
            </a:r>
            <a:r>
              <a:rPr lang="en-ID" dirty="0" err="1"/>
              <a:t>isi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salah 1 file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terlacak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git repository </a:t>
            </a:r>
            <a:r>
              <a:rPr lang="en-ID" dirty="0" err="1"/>
              <a:t>kita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file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statusnya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Modified.</a:t>
            </a:r>
          </a:p>
          <a:p>
            <a:pPr marL="158750" indent="0">
              <a:buNone/>
            </a:pPr>
            <a:r>
              <a:rPr lang="en-ID" dirty="0"/>
              <a:t>Dimana Modified </a:t>
            </a:r>
            <a:r>
              <a:rPr lang="en-ID" dirty="0" err="1"/>
              <a:t>adalah</a:t>
            </a:r>
            <a:r>
              <a:rPr lang="en-ID" dirty="0"/>
              <a:t> status </a:t>
            </a:r>
            <a:r>
              <a:rPr lang="en-ID" dirty="0" err="1"/>
              <a:t>untuk</a:t>
            </a:r>
            <a:r>
              <a:rPr lang="en-ID" dirty="0"/>
              <a:t> file yang </a:t>
            </a:r>
            <a:r>
              <a:rPr lang="en-ID" dirty="0" err="1"/>
              <a:t>mengalami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checkpoint </a:t>
            </a:r>
            <a:r>
              <a:rPr lang="en-ID" dirty="0" err="1"/>
              <a:t>terakhirnya</a:t>
            </a:r>
            <a:r>
              <a:rPr lang="en-ID" dirty="0"/>
              <a:t>. </a:t>
            </a:r>
            <a:r>
              <a:rPr lang="en-ID" dirty="0" err="1"/>
              <a:t>Kemudian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</a:t>
            </a:r>
            <a:r>
              <a:rPr lang="en-ID" dirty="0" err="1"/>
              <a:t>versi</a:t>
            </a:r>
            <a:r>
              <a:rPr lang="en-ID" dirty="0"/>
              <a:t> </a:t>
            </a:r>
            <a:r>
              <a:rPr lang="en-ID" dirty="0" err="1"/>
              <a:t>terbaru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filenya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commit </a:t>
            </a:r>
            <a:r>
              <a:rPr lang="en-ID" dirty="0" err="1"/>
              <a:t>kembali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checkpoint yang </a:t>
            </a:r>
            <a:r>
              <a:rPr lang="en-ID" dirty="0" err="1"/>
              <a:t>baru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21921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git command yang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checkpoint.</a:t>
            </a:r>
          </a:p>
          <a:p>
            <a:pPr marL="158750" indent="0">
              <a:buNone/>
            </a:pPr>
            <a:endParaRPr lang="en-US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dirty="0"/>
              <a:t>Mari </a:t>
            </a:r>
            <a:r>
              <a:rPr lang="en-US" sz="1100" b="0" dirty="0" err="1"/>
              <a:t>sekarang</a:t>
            </a:r>
            <a:r>
              <a:rPr lang="en-US" sz="1100" b="0" dirty="0"/>
              <a:t> </a:t>
            </a:r>
            <a:r>
              <a:rPr lang="en-US" sz="1100" b="0" dirty="0" err="1"/>
              <a:t>langsung</a:t>
            </a:r>
            <a:r>
              <a:rPr lang="en-US" sz="1100" b="0" dirty="0"/>
              <a:t> </a:t>
            </a:r>
            <a:r>
              <a:rPr lang="en-US" sz="1100" b="0" dirty="0" err="1"/>
              <a:t>saja</a:t>
            </a:r>
            <a:r>
              <a:rPr lang="en-US" sz="1100" b="0" dirty="0"/>
              <a:t> </a:t>
            </a:r>
            <a:r>
              <a:rPr lang="en-US" sz="1100" b="0" dirty="0" err="1"/>
              <a:t>kita</a:t>
            </a:r>
            <a:r>
              <a:rPr lang="en-US" sz="1100" b="0" dirty="0"/>
              <a:t> </a:t>
            </a:r>
            <a:r>
              <a:rPr lang="en-US" sz="1100" b="0" dirty="0" err="1"/>
              <a:t>praktikkan</a:t>
            </a:r>
            <a:r>
              <a:rPr lang="en-US" sz="11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7198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 err="1"/>
              <a:t>Melanjuti</a:t>
            </a:r>
            <a:r>
              <a:rPr lang="en-US" sz="1400" dirty="0"/>
              <a:t> </a:t>
            </a:r>
            <a:r>
              <a:rPr lang="en-US" sz="1400" dirty="0" err="1"/>
              <a:t>sesi</a:t>
            </a:r>
            <a:r>
              <a:rPr lang="en-US" sz="1400" dirty="0"/>
              <a:t> </a:t>
            </a:r>
            <a:r>
              <a:rPr lang="en-US" sz="1400" dirty="0" err="1"/>
              <a:t>materi</a:t>
            </a:r>
            <a:r>
              <a:rPr lang="en-US" sz="1400" dirty="0"/>
              <a:t> Git,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 err="1"/>
              <a:t>Sekarang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membahas</a:t>
            </a:r>
            <a:r>
              <a:rPr lang="en-US" sz="1400" dirty="0"/>
              <a:t> </a:t>
            </a:r>
            <a:r>
              <a:rPr lang="en-US" sz="1400" dirty="0" err="1"/>
              <a:t>bagaimana</a:t>
            </a:r>
            <a:r>
              <a:rPr lang="en-US" sz="1400" dirty="0"/>
              <a:t> </a:t>
            </a:r>
            <a:r>
              <a:rPr lang="en-US" sz="1400" dirty="0" err="1"/>
              <a:t>cara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melihat</a:t>
            </a:r>
            <a:r>
              <a:rPr lang="en-US" sz="1400" dirty="0"/>
              <a:t> </a:t>
            </a:r>
            <a:r>
              <a:rPr lang="en-US" sz="1400" dirty="0" err="1"/>
              <a:t>versi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project </a:t>
            </a:r>
            <a:r>
              <a:rPr lang="en-US" sz="1400" dirty="0" err="1"/>
              <a:t>kita</a:t>
            </a:r>
            <a:r>
              <a:rPr lang="en-US" sz="1400" dirty="0"/>
              <a:t> pada commit/checkpoint </a:t>
            </a:r>
            <a:r>
              <a:rPr lang="en-US" sz="1400" dirty="0" err="1"/>
              <a:t>tertentu</a:t>
            </a:r>
            <a:r>
              <a:rPr lang="en-US" sz="1400" dirty="0"/>
              <a:t> yang </a:t>
            </a:r>
            <a:r>
              <a:rPr lang="en-US" sz="1400" dirty="0" err="1"/>
              <a:t>pernah</a:t>
            </a:r>
            <a:r>
              <a:rPr lang="en-US" sz="1400" dirty="0"/>
              <a:t> </a:t>
            </a:r>
            <a:r>
              <a:rPr lang="en-US" sz="1400" dirty="0" err="1"/>
              <a:t>dilakukan</a:t>
            </a:r>
            <a:r>
              <a:rPr lang="en-US" sz="1400" dirty="0"/>
              <a:t>, dan juga </a:t>
            </a:r>
            <a:r>
              <a:rPr lang="en-US" sz="1400" dirty="0" err="1"/>
              <a:t>bagaimana</a:t>
            </a:r>
            <a:r>
              <a:rPr lang="en-US" sz="1400" dirty="0"/>
              <a:t> </a:t>
            </a:r>
            <a:r>
              <a:rPr lang="en-US" sz="1400" dirty="0" err="1"/>
              <a:t>cara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membatalkan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menghapusnya</a:t>
            </a:r>
            <a:r>
              <a:rPr lang="en-US" sz="1400" dirty="0"/>
              <a:t>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/>
              <a:t>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4287015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96b2f0a949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96b2f0a949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Setelah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membuat</a:t>
            </a:r>
            <a:r>
              <a:rPr lang="en-US" sz="1400" dirty="0"/>
              <a:t> </a:t>
            </a:r>
            <a:r>
              <a:rPr lang="en-US" sz="1400" dirty="0" err="1"/>
              <a:t>beberapa</a:t>
            </a:r>
            <a:r>
              <a:rPr lang="en-US" sz="1400" dirty="0"/>
              <a:t> commit/checkpoint, </a:t>
            </a:r>
            <a:r>
              <a:rPr lang="en-US" sz="1400" dirty="0" err="1"/>
              <a:t>sekarang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membahas</a:t>
            </a:r>
            <a:r>
              <a:rPr lang="en-US" sz="1400" dirty="0"/>
              <a:t> dan </a:t>
            </a:r>
            <a:r>
              <a:rPr lang="en-US" sz="1400" dirty="0" err="1"/>
              <a:t>mempraktikkan</a:t>
            </a:r>
            <a:r>
              <a:rPr lang="en-US" sz="1400" dirty="0"/>
              <a:t> 3 </a:t>
            </a:r>
            <a:r>
              <a:rPr lang="en-US" sz="1400" dirty="0" err="1"/>
              <a:t>hal</a:t>
            </a:r>
            <a:r>
              <a:rPr lang="en-US" sz="1400" dirty="0"/>
              <a:t> :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yang </a:t>
            </a:r>
            <a:r>
              <a:rPr lang="en-US" sz="1400" dirty="0" err="1"/>
              <a:t>pertama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bagaimana</a:t>
            </a:r>
            <a:r>
              <a:rPr lang="en-US" sz="1400" dirty="0"/>
              <a:t> </a:t>
            </a:r>
            <a:r>
              <a:rPr lang="en-US" sz="1400" dirty="0" err="1"/>
              <a:t>cara</a:t>
            </a:r>
            <a:r>
              <a:rPr lang="en-US" sz="1400" dirty="0"/>
              <a:t> </a:t>
            </a:r>
            <a:r>
              <a:rPr lang="en-US" sz="1400" dirty="0" err="1"/>
              <a:t>melihat</a:t>
            </a:r>
            <a:r>
              <a:rPr lang="en-US" sz="1400" dirty="0"/>
              <a:t> </a:t>
            </a:r>
            <a:r>
              <a:rPr lang="en-US" sz="1400" dirty="0" err="1"/>
              <a:t>kondisi</a:t>
            </a:r>
            <a:r>
              <a:rPr lang="en-US" sz="1400" dirty="0"/>
              <a:t> project yang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buat</a:t>
            </a:r>
            <a:r>
              <a:rPr lang="en-US" sz="1400" dirty="0"/>
              <a:t> pada </a:t>
            </a:r>
            <a:r>
              <a:rPr lang="en-US" sz="1400" dirty="0" err="1"/>
              <a:t>suatu</a:t>
            </a:r>
            <a:r>
              <a:rPr lang="en-US" sz="1400" dirty="0"/>
              <a:t> commit </a:t>
            </a:r>
            <a:r>
              <a:rPr lang="en-US" sz="1400" dirty="0" err="1"/>
              <a:t>tertentu</a:t>
            </a:r>
            <a:r>
              <a:rPr lang="en-US" sz="1400" dirty="0"/>
              <a:t>. 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Yang </a:t>
            </a:r>
            <a:r>
              <a:rPr lang="en-US" sz="1400" dirty="0" err="1"/>
              <a:t>kedua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bagaimana</a:t>
            </a:r>
            <a:r>
              <a:rPr lang="en-US" sz="1400" dirty="0"/>
              <a:t> </a:t>
            </a:r>
            <a:r>
              <a:rPr lang="en-US" sz="1400" dirty="0" err="1"/>
              <a:t>cara</a:t>
            </a:r>
            <a:r>
              <a:rPr lang="en-US" sz="1400" dirty="0"/>
              <a:t> </a:t>
            </a:r>
            <a:r>
              <a:rPr lang="en-US" sz="1400" dirty="0" err="1"/>
              <a:t>membatalkan</a:t>
            </a:r>
            <a:r>
              <a:rPr lang="en-US" sz="1400" dirty="0"/>
              <a:t> </a:t>
            </a:r>
            <a:r>
              <a:rPr lang="en-US" sz="1400" dirty="0" err="1"/>
              <a:t>perubahan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suatu</a:t>
            </a:r>
            <a:r>
              <a:rPr lang="en-US" sz="1400" dirty="0"/>
              <a:t> commit </a:t>
            </a:r>
            <a:r>
              <a:rPr lang="en-US" sz="1400" dirty="0" err="1"/>
              <a:t>tertentu</a:t>
            </a:r>
            <a:r>
              <a:rPr lang="en-US" sz="1400" dirty="0"/>
              <a:t>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Dan yang </a:t>
            </a:r>
            <a:r>
              <a:rPr lang="en-US" sz="1400" dirty="0" err="1"/>
              <a:t>terakhir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bagaimana</a:t>
            </a:r>
            <a:r>
              <a:rPr lang="en-US" sz="1400" dirty="0"/>
              <a:t> </a:t>
            </a:r>
            <a:r>
              <a:rPr lang="en-US" sz="1400" dirty="0" err="1"/>
              <a:t>cara</a:t>
            </a:r>
            <a:r>
              <a:rPr lang="en-US" sz="1400" dirty="0"/>
              <a:t> </a:t>
            </a:r>
            <a:r>
              <a:rPr lang="en-US" sz="1400" dirty="0" err="1"/>
              <a:t>menghapus</a:t>
            </a:r>
            <a:r>
              <a:rPr lang="en-US" sz="1400" dirty="0"/>
              <a:t> commit yang </a:t>
            </a:r>
            <a:r>
              <a:rPr lang="en-US" sz="1400" dirty="0" err="1"/>
              <a:t>pernah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lakukan</a:t>
            </a:r>
            <a:r>
              <a:rPr lang="en-US" sz="1400" dirty="0"/>
              <a:t>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Git command yang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gunakan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melakukan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3 </a:t>
            </a:r>
            <a:r>
              <a:rPr lang="en-US" sz="1400" dirty="0" err="1"/>
              <a:t>hal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git checkout, git revert, dan git reset.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Mari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mulai</a:t>
            </a:r>
            <a:r>
              <a:rPr lang="en-US" sz="1400" dirty="0"/>
              <a:t> </a:t>
            </a:r>
            <a:r>
              <a:rPr lang="en-US" sz="1400" dirty="0" err="1"/>
              <a:t>membahasnya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git checkout </a:t>
            </a:r>
            <a:r>
              <a:rPr lang="en-US" sz="1400" dirty="0" err="1"/>
              <a:t>terlebih</a:t>
            </a:r>
            <a:r>
              <a:rPr lang="en-US" sz="1400" dirty="0"/>
              <a:t> </a:t>
            </a:r>
            <a:r>
              <a:rPr lang="en-US" sz="1400" dirty="0" err="1"/>
              <a:t>dahulu</a:t>
            </a:r>
            <a:r>
              <a:rPr lang="en-US" sz="1400" dirty="0"/>
              <a:t>.</a:t>
            </a:r>
            <a:endParaRPr sz="14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dirty="0"/>
              <a:t>Ok </a:t>
            </a:r>
            <a:r>
              <a:rPr lang="en-US" sz="1100" dirty="0" err="1"/>
              <a:t>jadi</a:t>
            </a:r>
            <a:r>
              <a:rPr lang="en-US" sz="1100" dirty="0"/>
              <a:t> </a:t>
            </a:r>
            <a:r>
              <a:rPr lang="en-US" sz="1100" dirty="0" err="1"/>
              <a:t>apa</a:t>
            </a:r>
            <a:r>
              <a:rPr lang="en-US" sz="1100" dirty="0"/>
              <a:t> </a:t>
            </a:r>
            <a:r>
              <a:rPr lang="en-US" sz="1100" dirty="0" err="1"/>
              <a:t>itu</a:t>
            </a:r>
            <a:r>
              <a:rPr lang="en-US" sz="1100" dirty="0"/>
              <a:t> git checkout?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1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dirty="0"/>
              <a:t>git checkout </a:t>
            </a:r>
            <a:r>
              <a:rPr lang="en-US" sz="1100" dirty="0" err="1"/>
              <a:t>adalah</a:t>
            </a:r>
            <a:r>
              <a:rPr lang="en-US" sz="1100" dirty="0"/>
              <a:t> command yang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gunakan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mereview</a:t>
            </a:r>
            <a:r>
              <a:rPr lang="en-US" sz="1100" dirty="0"/>
              <a:t> dan </a:t>
            </a:r>
            <a:r>
              <a:rPr lang="en-US" sz="1100" dirty="0" err="1"/>
              <a:t>mengunjungi</a:t>
            </a:r>
            <a:r>
              <a:rPr lang="en-US" sz="1100" dirty="0"/>
              <a:t> </a:t>
            </a:r>
            <a:r>
              <a:rPr lang="en-US" sz="1100" dirty="0" err="1"/>
              <a:t>kembali</a:t>
            </a:r>
            <a:r>
              <a:rPr lang="en-US" sz="1100" dirty="0"/>
              <a:t> commit </a:t>
            </a:r>
            <a:r>
              <a:rPr lang="en-US" sz="1100" dirty="0" err="1"/>
              <a:t>apa</a:t>
            </a:r>
            <a:r>
              <a:rPr lang="en-US" sz="1100" dirty="0"/>
              <a:t> pun yang </a:t>
            </a:r>
            <a:r>
              <a:rPr lang="en-US" sz="1100" dirty="0" err="1"/>
              <a:t>ada</a:t>
            </a:r>
            <a:r>
              <a:rPr lang="en-US" sz="1100" dirty="0"/>
              <a:t> </a:t>
            </a:r>
            <a:r>
              <a:rPr lang="en-US" sz="1100" dirty="0" err="1"/>
              <a:t>dalam</a:t>
            </a:r>
            <a:r>
              <a:rPr lang="en-US" sz="1100" dirty="0"/>
              <a:t> history commit pada </a:t>
            </a:r>
            <a:r>
              <a:rPr lang="en-US" sz="1100" dirty="0" err="1"/>
              <a:t>suatu</a:t>
            </a:r>
            <a:r>
              <a:rPr lang="en-US" sz="1100" dirty="0"/>
              <a:t> repository.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1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dirty="0" err="1"/>
              <a:t>Misalkan</a:t>
            </a:r>
            <a:r>
              <a:rPr lang="en-US" sz="1100" dirty="0"/>
              <a:t> </a:t>
            </a:r>
            <a:r>
              <a:rPr lang="en-US" sz="1100" dirty="0" err="1"/>
              <a:t>saja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saat</a:t>
            </a:r>
            <a:r>
              <a:rPr lang="en-US" sz="1100" dirty="0"/>
              <a:t> </a:t>
            </a:r>
            <a:r>
              <a:rPr lang="en-US" sz="1100" dirty="0" err="1"/>
              <a:t>ini</a:t>
            </a:r>
            <a:r>
              <a:rPr lang="en-US" sz="1100" dirty="0"/>
              <a:t> </a:t>
            </a:r>
            <a:r>
              <a:rPr lang="en-US" sz="1100" dirty="0" err="1"/>
              <a:t>berada</a:t>
            </a:r>
            <a:r>
              <a:rPr lang="en-US" sz="1100" dirty="0"/>
              <a:t> pada commit </a:t>
            </a:r>
            <a:r>
              <a:rPr lang="en-US" sz="1100" dirty="0" err="1"/>
              <a:t>kelima</a:t>
            </a:r>
            <a:r>
              <a:rPr lang="en-US" sz="1100" dirty="0"/>
              <a:t> </a:t>
            </a:r>
            <a:r>
              <a:rPr lang="en-US" sz="1100" dirty="0" err="1"/>
              <a:t>ingin</a:t>
            </a:r>
            <a:r>
              <a:rPr lang="en-US" sz="1100" dirty="0"/>
              <a:t> </a:t>
            </a:r>
            <a:r>
              <a:rPr lang="en-US" sz="1100" dirty="0" err="1"/>
              <a:t>kembali</a:t>
            </a:r>
            <a:r>
              <a:rPr lang="en-US" sz="1100" dirty="0"/>
              <a:t> </a:t>
            </a:r>
            <a:r>
              <a:rPr lang="en-US" sz="1100" dirty="0" err="1"/>
              <a:t>melihat</a:t>
            </a:r>
            <a:r>
              <a:rPr lang="en-US" sz="1100" dirty="0"/>
              <a:t> </a:t>
            </a:r>
            <a:r>
              <a:rPr lang="en-US" sz="1100" dirty="0" err="1"/>
              <a:t>kondisi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project </a:t>
            </a:r>
            <a:r>
              <a:rPr lang="en-US" sz="1100" dirty="0" err="1"/>
              <a:t>kita</a:t>
            </a:r>
            <a:r>
              <a:rPr lang="en-US" sz="1100" dirty="0"/>
              <a:t> pada commit </a:t>
            </a:r>
            <a:r>
              <a:rPr lang="en-US" sz="1100" dirty="0" err="1"/>
              <a:t>kedua</a:t>
            </a:r>
            <a:r>
              <a:rPr lang="en-US" sz="1100" dirty="0"/>
              <a:t>,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menggunakan</a:t>
            </a:r>
            <a:r>
              <a:rPr lang="en-US" sz="1100" dirty="0"/>
              <a:t> command git </a:t>
            </a:r>
            <a:r>
              <a:rPr lang="en-US" sz="1100" dirty="0" err="1"/>
              <a:t>spasi</a:t>
            </a:r>
            <a:r>
              <a:rPr lang="en-US" sz="1100" dirty="0"/>
              <a:t> checkout </a:t>
            </a:r>
            <a:r>
              <a:rPr lang="en-US" sz="1100" dirty="0" err="1"/>
              <a:t>spasi</a:t>
            </a:r>
            <a:r>
              <a:rPr lang="en-US" sz="1100" dirty="0"/>
              <a:t> commit id </a:t>
            </a:r>
            <a:r>
              <a:rPr lang="en-US" sz="1100" dirty="0" err="1"/>
              <a:t>dari</a:t>
            </a:r>
            <a:r>
              <a:rPr lang="en-US" sz="1100" dirty="0"/>
              <a:t> commit </a:t>
            </a:r>
            <a:r>
              <a:rPr lang="en-US" sz="1100" dirty="0" err="1"/>
              <a:t>kedua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melakukannya</a:t>
            </a:r>
            <a:r>
              <a:rPr lang="en-US" sz="1100" dirty="0"/>
              <a:t>. Jadi </a:t>
            </a:r>
            <a:r>
              <a:rPr lang="en-US" sz="1100" dirty="0" err="1"/>
              <a:t>sebagai</a:t>
            </a:r>
            <a:r>
              <a:rPr lang="en-US" sz="1100" dirty="0"/>
              <a:t> </a:t>
            </a:r>
            <a:r>
              <a:rPr lang="en-US" sz="1100" dirty="0" err="1"/>
              <a:t>contoh</a:t>
            </a:r>
            <a:r>
              <a:rPr lang="en-US" sz="1100" dirty="0"/>
              <a:t>, </a:t>
            </a:r>
            <a:r>
              <a:rPr lang="en-US" sz="1100" dirty="0" err="1"/>
              <a:t>bila</a:t>
            </a:r>
            <a:r>
              <a:rPr lang="en-US" sz="1100" dirty="0"/>
              <a:t> commit id </a:t>
            </a:r>
            <a:r>
              <a:rPr lang="en-US" sz="1100" dirty="0" err="1"/>
              <a:t>dari</a:t>
            </a:r>
            <a:r>
              <a:rPr lang="en-US" sz="1100" dirty="0"/>
              <a:t> commit </a:t>
            </a:r>
            <a:r>
              <a:rPr lang="en-US" sz="1100" dirty="0" err="1"/>
              <a:t>kedua</a:t>
            </a:r>
            <a:r>
              <a:rPr lang="en-US" sz="1100" dirty="0"/>
              <a:t> </a:t>
            </a:r>
            <a:r>
              <a:rPr lang="en-US" sz="1100" dirty="0" err="1"/>
              <a:t>adalah</a:t>
            </a:r>
            <a:r>
              <a:rPr lang="en-US" sz="1100" dirty="0"/>
              <a:t> 02, </a:t>
            </a:r>
            <a:r>
              <a:rPr lang="en-US" sz="1100" dirty="0" err="1"/>
              <a:t>maka</a:t>
            </a:r>
            <a:r>
              <a:rPr lang="en-US" sz="1100" dirty="0"/>
              <a:t> command yang </a:t>
            </a:r>
            <a:r>
              <a:rPr lang="en-US" sz="1100" dirty="0" err="1"/>
              <a:t>harus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jalankan</a:t>
            </a:r>
            <a:r>
              <a:rPr lang="en-US" sz="1100" dirty="0"/>
              <a:t> </a:t>
            </a:r>
            <a:r>
              <a:rPr lang="en-US" sz="1100" dirty="0" err="1"/>
              <a:t>adalah</a:t>
            </a:r>
            <a:r>
              <a:rPr lang="en-US" sz="1100" dirty="0"/>
              <a:t> git </a:t>
            </a:r>
            <a:r>
              <a:rPr lang="en-US" sz="1100" dirty="0" err="1"/>
              <a:t>spasi</a:t>
            </a:r>
            <a:r>
              <a:rPr lang="en-US" sz="1100" dirty="0"/>
              <a:t> checkout </a:t>
            </a:r>
            <a:r>
              <a:rPr lang="en-US" sz="1100" dirty="0" err="1"/>
              <a:t>spasi</a:t>
            </a:r>
            <a:r>
              <a:rPr lang="en-US" sz="1100" dirty="0"/>
              <a:t> 02.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1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dirty="0" err="1"/>
              <a:t>Kemudian</a:t>
            </a:r>
            <a:r>
              <a:rPr lang="en-US" sz="1100" dirty="0"/>
              <a:t> </a:t>
            </a:r>
            <a:r>
              <a:rPr lang="en-US" sz="1100" dirty="0" err="1"/>
              <a:t>setelah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sudah</a:t>
            </a:r>
            <a:r>
              <a:rPr lang="en-US" sz="1100" dirty="0"/>
              <a:t> </a:t>
            </a:r>
            <a:r>
              <a:rPr lang="en-US" sz="1100" dirty="0" err="1"/>
              <a:t>puas</a:t>
            </a:r>
            <a:r>
              <a:rPr lang="en-US" sz="1100" dirty="0"/>
              <a:t> </a:t>
            </a:r>
            <a:r>
              <a:rPr lang="en-US" sz="1100" dirty="0" err="1"/>
              <a:t>melihat</a:t>
            </a:r>
            <a:r>
              <a:rPr lang="en-US" sz="1100" dirty="0"/>
              <a:t> dan </a:t>
            </a:r>
            <a:r>
              <a:rPr lang="en-US" sz="1100" dirty="0" err="1"/>
              <a:t>mereview</a:t>
            </a:r>
            <a:r>
              <a:rPr lang="en-US" sz="1100" dirty="0"/>
              <a:t> </a:t>
            </a:r>
            <a:r>
              <a:rPr lang="en-US" sz="1100" dirty="0" err="1"/>
              <a:t>kondisi</a:t>
            </a:r>
            <a:r>
              <a:rPr lang="en-US" sz="1100" dirty="0"/>
              <a:t> project </a:t>
            </a:r>
            <a:r>
              <a:rPr lang="en-US" sz="1100" dirty="0" err="1"/>
              <a:t>kita</a:t>
            </a:r>
            <a:r>
              <a:rPr lang="en-US" sz="1100" dirty="0"/>
              <a:t> pada commit </a:t>
            </a:r>
            <a:r>
              <a:rPr lang="en-US" sz="1100" dirty="0" err="1"/>
              <a:t>kedua</a:t>
            </a:r>
            <a:r>
              <a:rPr lang="en-US" sz="1100" dirty="0"/>
              <a:t>,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kembali</a:t>
            </a:r>
            <a:r>
              <a:rPr lang="en-US" sz="1100" dirty="0"/>
              <a:t> </a:t>
            </a:r>
            <a:r>
              <a:rPr lang="en-US" sz="1100" dirty="0" err="1"/>
              <a:t>lagi</a:t>
            </a:r>
            <a:r>
              <a:rPr lang="en-US" sz="1100" dirty="0"/>
              <a:t> </a:t>
            </a:r>
            <a:r>
              <a:rPr lang="en-US" sz="1100" dirty="0" err="1"/>
              <a:t>ke</a:t>
            </a:r>
            <a:r>
              <a:rPr lang="en-US" sz="1100" dirty="0"/>
              <a:t> </a:t>
            </a:r>
            <a:r>
              <a:rPr lang="en-US" sz="1100" dirty="0" err="1"/>
              <a:t>kondisi</a:t>
            </a:r>
            <a:r>
              <a:rPr lang="en-US" sz="1100" dirty="0"/>
              <a:t> project </a:t>
            </a:r>
            <a:r>
              <a:rPr lang="en-US" sz="1100" dirty="0" err="1"/>
              <a:t>kita</a:t>
            </a:r>
            <a:r>
              <a:rPr lang="en-US" sz="1100" dirty="0"/>
              <a:t> yang </a:t>
            </a:r>
            <a:r>
              <a:rPr lang="en-US" sz="1100" dirty="0" err="1"/>
              <a:t>terbaru</a:t>
            </a:r>
            <a:r>
              <a:rPr lang="en-US" sz="1100" dirty="0"/>
              <a:t>, </a:t>
            </a:r>
            <a:r>
              <a:rPr lang="en-US" sz="1100" dirty="0" err="1"/>
              <a:t>dengan</a:t>
            </a:r>
            <a:r>
              <a:rPr lang="en-US" sz="1100" dirty="0"/>
              <a:t> </a:t>
            </a:r>
            <a:r>
              <a:rPr lang="en-US" sz="1100" dirty="0" err="1"/>
              <a:t>menjalankan</a:t>
            </a:r>
            <a:r>
              <a:rPr lang="en-US" sz="1100" dirty="0"/>
              <a:t> command git </a:t>
            </a:r>
            <a:r>
              <a:rPr lang="en-US" sz="1100" dirty="0" err="1"/>
              <a:t>spasi</a:t>
            </a:r>
            <a:r>
              <a:rPr lang="en-US" sz="1100" dirty="0"/>
              <a:t> checkout </a:t>
            </a:r>
            <a:r>
              <a:rPr lang="en-US" sz="1100" dirty="0" err="1"/>
              <a:t>spasi</a:t>
            </a:r>
            <a:r>
              <a:rPr lang="en-US" sz="1100" dirty="0"/>
              <a:t> master.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100" dirty="0"/>
          </a:p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707216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dirty="0"/>
              <a:t>ok </a:t>
            </a:r>
            <a:r>
              <a:rPr lang="en-US" sz="1100" b="0" dirty="0" err="1"/>
              <a:t>jadi</a:t>
            </a:r>
            <a:r>
              <a:rPr lang="en-US" sz="1100" b="0" dirty="0"/>
              <a:t> </a:t>
            </a:r>
            <a:r>
              <a:rPr lang="en-US" sz="1100" b="0" dirty="0" err="1"/>
              <a:t>ini</a:t>
            </a:r>
            <a:r>
              <a:rPr lang="en-US" sz="1100" b="0" dirty="0"/>
              <a:t> </a:t>
            </a:r>
            <a:r>
              <a:rPr lang="en-US" sz="1100" b="0" dirty="0" err="1"/>
              <a:t>adalah</a:t>
            </a:r>
            <a:r>
              <a:rPr lang="en-US" sz="1100" b="0" dirty="0"/>
              <a:t> command yang </a:t>
            </a:r>
            <a:r>
              <a:rPr lang="en-US" sz="1100" b="0" dirty="0" err="1"/>
              <a:t>akan</a:t>
            </a:r>
            <a:r>
              <a:rPr lang="en-US" sz="1100" b="0" dirty="0"/>
              <a:t> </a:t>
            </a:r>
            <a:r>
              <a:rPr lang="en-US" sz="1100" b="0" dirty="0" err="1"/>
              <a:t>kita</a:t>
            </a:r>
            <a:r>
              <a:rPr lang="en-US" sz="1100" b="0" dirty="0"/>
              <a:t> </a:t>
            </a:r>
            <a:r>
              <a:rPr lang="en-US" sz="1100" b="0" dirty="0" err="1"/>
              <a:t>gunakan</a:t>
            </a:r>
            <a:r>
              <a:rPr lang="en-US" sz="1100" b="0" dirty="0"/>
              <a:t> </a:t>
            </a:r>
            <a:r>
              <a:rPr lang="en-US" sz="1100" b="0" dirty="0" err="1"/>
              <a:t>untuk</a:t>
            </a:r>
            <a:r>
              <a:rPr lang="en-US" sz="1100" b="0" dirty="0"/>
              <a:t> </a:t>
            </a:r>
            <a:r>
              <a:rPr lang="en-US" sz="1100" b="0" dirty="0" err="1"/>
              <a:t>dapat</a:t>
            </a:r>
            <a:r>
              <a:rPr lang="en-US" sz="1100" b="0" dirty="0"/>
              <a:t> </a:t>
            </a:r>
            <a:r>
              <a:rPr lang="en-US" sz="1100" b="0" dirty="0" err="1"/>
              <a:t>mereview</a:t>
            </a:r>
            <a:r>
              <a:rPr lang="en-US" sz="1100" b="0" dirty="0"/>
              <a:t> dan </a:t>
            </a:r>
            <a:r>
              <a:rPr lang="en-US" sz="1100" b="0" dirty="0" err="1"/>
              <a:t>mengunjungi</a:t>
            </a:r>
            <a:r>
              <a:rPr lang="en-US" sz="1100" b="0" dirty="0"/>
              <a:t> </a:t>
            </a:r>
            <a:r>
              <a:rPr lang="en-US" sz="1100" b="0" dirty="0" err="1"/>
              <a:t>kembali</a:t>
            </a:r>
            <a:r>
              <a:rPr lang="en-US" sz="1100" b="0" dirty="0"/>
              <a:t> </a:t>
            </a:r>
            <a:r>
              <a:rPr lang="en-US" sz="1100" b="0" dirty="0" err="1"/>
              <a:t>suatu</a:t>
            </a:r>
            <a:r>
              <a:rPr lang="en-US" sz="1100" b="0" dirty="0"/>
              <a:t> commit yang </a:t>
            </a:r>
            <a:r>
              <a:rPr lang="en-US" sz="1100" b="0" dirty="0" err="1"/>
              <a:t>ada</a:t>
            </a:r>
            <a:r>
              <a:rPr lang="en-US" sz="1100" b="0" dirty="0"/>
              <a:t> </a:t>
            </a:r>
            <a:r>
              <a:rPr lang="en-US" sz="1100" b="0" dirty="0" err="1"/>
              <a:t>dalam</a:t>
            </a:r>
            <a:r>
              <a:rPr lang="en-US" sz="1100" b="0" dirty="0"/>
              <a:t> history commit </a:t>
            </a:r>
            <a:r>
              <a:rPr lang="en-US" sz="1100" b="0" dirty="0" err="1"/>
              <a:t>dari</a:t>
            </a:r>
            <a:r>
              <a:rPr lang="en-US" sz="1100" b="0" dirty="0"/>
              <a:t> repository </a:t>
            </a:r>
            <a:r>
              <a:rPr lang="en-US" sz="1100" b="0" dirty="0" err="1"/>
              <a:t>kita</a:t>
            </a:r>
            <a:r>
              <a:rPr lang="en-US" sz="1100" b="0" dirty="0"/>
              <a:t>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dirty="0"/>
              <a:t>Mari </a:t>
            </a:r>
            <a:r>
              <a:rPr lang="en-US" sz="1100" b="0" dirty="0" err="1"/>
              <a:t>sekarang</a:t>
            </a:r>
            <a:r>
              <a:rPr lang="en-US" sz="1100" b="0" dirty="0"/>
              <a:t> </a:t>
            </a:r>
            <a:r>
              <a:rPr lang="en-US" sz="1100" b="0" dirty="0" err="1"/>
              <a:t>langsung</a:t>
            </a:r>
            <a:r>
              <a:rPr lang="en-US" sz="1100" b="0" dirty="0"/>
              <a:t> </a:t>
            </a:r>
            <a:r>
              <a:rPr lang="en-US" sz="1100" b="0" dirty="0" err="1"/>
              <a:t>saja</a:t>
            </a:r>
            <a:r>
              <a:rPr lang="en-US" sz="1100" b="0" dirty="0"/>
              <a:t> </a:t>
            </a:r>
            <a:r>
              <a:rPr lang="en-US" sz="1100" b="0" dirty="0" err="1"/>
              <a:t>kita</a:t>
            </a:r>
            <a:r>
              <a:rPr lang="en-US" sz="1100" b="0" dirty="0"/>
              <a:t> </a:t>
            </a:r>
            <a:r>
              <a:rPr lang="en-US" sz="1100" b="0" dirty="0" err="1"/>
              <a:t>praktikkan</a:t>
            </a:r>
            <a:r>
              <a:rPr lang="en-US" sz="1100" b="0" dirty="0"/>
              <a:t>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1" dirty="0"/>
              <a:t>(Live Code: Checkout)</a:t>
            </a:r>
          </a:p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598316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chemeClr val="dk1"/>
                </a:solidFill>
              </a:rPr>
              <a:t>Ok </a:t>
            </a:r>
            <a:r>
              <a:rPr lang="en-US" sz="1100" dirty="0" err="1">
                <a:solidFill>
                  <a:schemeClr val="dk1"/>
                </a:solidFill>
              </a:rPr>
              <a:t>sekarang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kita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akan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membahas</a:t>
            </a:r>
            <a:r>
              <a:rPr lang="en-US" sz="1100" dirty="0">
                <a:solidFill>
                  <a:schemeClr val="dk1"/>
                </a:solidFill>
              </a:rPr>
              <a:t> command git revert.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solidFill>
                <a:schemeClr val="dk1"/>
              </a:solidFill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chemeClr val="dk1"/>
                </a:solidFill>
              </a:rPr>
              <a:t>git revert </a:t>
            </a:r>
            <a:r>
              <a:rPr lang="en-US" sz="1100" dirty="0" err="1">
                <a:solidFill>
                  <a:schemeClr val="dk1"/>
                </a:solidFill>
              </a:rPr>
              <a:t>adalah</a:t>
            </a:r>
            <a:r>
              <a:rPr lang="en-US" sz="1100" dirty="0">
                <a:solidFill>
                  <a:schemeClr val="dk1"/>
                </a:solidFill>
              </a:rPr>
              <a:t> command </a:t>
            </a:r>
            <a:r>
              <a:rPr lang="en-US" sz="1100" dirty="0"/>
              <a:t>yang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gunakan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membatalkan</a:t>
            </a:r>
            <a:r>
              <a:rPr lang="en-US" sz="1100" dirty="0"/>
              <a:t> </a:t>
            </a:r>
            <a:r>
              <a:rPr lang="en-US" sz="1100" dirty="0" err="1"/>
              <a:t>perubahan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</a:t>
            </a:r>
            <a:r>
              <a:rPr lang="en-US" sz="1100" dirty="0" err="1"/>
              <a:t>suatu</a:t>
            </a:r>
            <a:r>
              <a:rPr lang="en-US" sz="1100" dirty="0"/>
              <a:t> commit </a:t>
            </a:r>
            <a:r>
              <a:rPr lang="en-US" sz="1100" dirty="0" err="1"/>
              <a:t>tertentu</a:t>
            </a:r>
            <a:r>
              <a:rPr lang="en-US" sz="1100" dirty="0"/>
              <a:t>.</a:t>
            </a:r>
            <a:endParaRPr lang="en-US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100" dirty="0"/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 err="1"/>
              <a:t>Misalkan</a:t>
            </a:r>
            <a:r>
              <a:rPr lang="en-US" sz="1100" dirty="0"/>
              <a:t> </a:t>
            </a:r>
            <a:r>
              <a:rPr lang="en-US" sz="1100" dirty="0" err="1"/>
              <a:t>saja</a:t>
            </a:r>
            <a:r>
              <a:rPr lang="en-US" sz="1100" dirty="0"/>
              <a:t> </a:t>
            </a:r>
            <a:r>
              <a:rPr lang="en-US" sz="1100" dirty="0" err="1"/>
              <a:t>sekarang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ingin</a:t>
            </a:r>
            <a:r>
              <a:rPr lang="en-US" sz="1100" dirty="0"/>
              <a:t> </a:t>
            </a:r>
            <a:r>
              <a:rPr lang="en-US" sz="1100" dirty="0" err="1"/>
              <a:t>membatalkan</a:t>
            </a:r>
            <a:r>
              <a:rPr lang="en-US" sz="1100" dirty="0"/>
              <a:t> </a:t>
            </a:r>
            <a:r>
              <a:rPr lang="en-US" sz="1100" dirty="0" err="1"/>
              <a:t>perubahan</a:t>
            </a:r>
            <a:r>
              <a:rPr lang="en-US" sz="1100" dirty="0"/>
              <a:t> yang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lakukan</a:t>
            </a:r>
            <a:r>
              <a:rPr lang="en-US" sz="1100" dirty="0"/>
              <a:t> pada commit </a:t>
            </a:r>
            <a:r>
              <a:rPr lang="en-US" sz="1100" dirty="0" err="1"/>
              <a:t>ketiga</a:t>
            </a:r>
            <a:r>
              <a:rPr lang="en-US" sz="1100" dirty="0"/>
              <a:t>,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menggunakan</a:t>
            </a:r>
            <a:r>
              <a:rPr lang="en-US" sz="1100" dirty="0"/>
              <a:t> command git </a:t>
            </a:r>
            <a:r>
              <a:rPr lang="en-US" sz="1100" dirty="0" err="1"/>
              <a:t>spasi</a:t>
            </a:r>
            <a:r>
              <a:rPr lang="en-US" sz="1100" dirty="0"/>
              <a:t> revert </a:t>
            </a:r>
            <a:r>
              <a:rPr lang="en-US" sz="1100" dirty="0" err="1"/>
              <a:t>spasi</a:t>
            </a:r>
            <a:r>
              <a:rPr lang="en-US" sz="1100" dirty="0"/>
              <a:t> commit id </a:t>
            </a:r>
            <a:r>
              <a:rPr lang="en-US" sz="1100" dirty="0" err="1"/>
              <a:t>dari</a:t>
            </a:r>
            <a:r>
              <a:rPr lang="en-US" sz="1100" dirty="0"/>
              <a:t> commit </a:t>
            </a:r>
            <a:r>
              <a:rPr lang="en-US" sz="1100" dirty="0" err="1"/>
              <a:t>ketiga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melakukannya</a:t>
            </a:r>
            <a:r>
              <a:rPr lang="en-US" sz="1100" dirty="0"/>
              <a:t>.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/>
              <a:t>Jadi </a:t>
            </a:r>
            <a:r>
              <a:rPr lang="en-US" sz="1100" dirty="0" err="1"/>
              <a:t>sebagai</a:t>
            </a:r>
            <a:r>
              <a:rPr lang="en-US" sz="1100" dirty="0"/>
              <a:t> </a:t>
            </a:r>
            <a:r>
              <a:rPr lang="en-US" sz="1100" dirty="0" err="1"/>
              <a:t>contoh</a:t>
            </a:r>
            <a:r>
              <a:rPr lang="en-US" sz="1100" dirty="0"/>
              <a:t>, </a:t>
            </a:r>
            <a:r>
              <a:rPr lang="en-US" sz="1100" dirty="0" err="1"/>
              <a:t>bila</a:t>
            </a:r>
            <a:r>
              <a:rPr lang="en-US" sz="1100" dirty="0"/>
              <a:t> commit id </a:t>
            </a:r>
            <a:r>
              <a:rPr lang="en-US" sz="1100" dirty="0" err="1"/>
              <a:t>dari</a:t>
            </a:r>
            <a:r>
              <a:rPr lang="en-US" sz="1100" dirty="0"/>
              <a:t> commit </a:t>
            </a:r>
            <a:r>
              <a:rPr lang="en-US" sz="1100" dirty="0" err="1"/>
              <a:t>ketiga</a:t>
            </a:r>
            <a:r>
              <a:rPr lang="en-US" sz="1100" dirty="0"/>
              <a:t> </a:t>
            </a:r>
            <a:r>
              <a:rPr lang="en-US" sz="1100" dirty="0" err="1"/>
              <a:t>adalah</a:t>
            </a:r>
            <a:r>
              <a:rPr lang="en-US" sz="1100" dirty="0"/>
              <a:t> 03, </a:t>
            </a:r>
            <a:r>
              <a:rPr lang="en-US" sz="1100" dirty="0" err="1"/>
              <a:t>maka</a:t>
            </a:r>
            <a:r>
              <a:rPr lang="en-US" sz="1100" dirty="0"/>
              <a:t> command yang </a:t>
            </a:r>
            <a:r>
              <a:rPr lang="en-US" sz="1100" dirty="0" err="1"/>
              <a:t>harus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jalankan</a:t>
            </a:r>
            <a:r>
              <a:rPr lang="en-US" sz="1100" dirty="0"/>
              <a:t> </a:t>
            </a:r>
            <a:r>
              <a:rPr lang="en-US" sz="1100" dirty="0" err="1"/>
              <a:t>adalah</a:t>
            </a:r>
            <a:r>
              <a:rPr lang="en-US" sz="1100" dirty="0"/>
              <a:t> git </a:t>
            </a:r>
            <a:r>
              <a:rPr lang="en-US" sz="1100" dirty="0" err="1"/>
              <a:t>spasi</a:t>
            </a:r>
            <a:r>
              <a:rPr lang="en-US" sz="1100" dirty="0"/>
              <a:t> revert </a:t>
            </a:r>
            <a:r>
              <a:rPr lang="en-US" sz="1100" dirty="0" err="1"/>
              <a:t>spasi</a:t>
            </a:r>
            <a:r>
              <a:rPr lang="en-US" sz="1100" dirty="0"/>
              <a:t> 03.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dirty="0" err="1"/>
              <a:t>Bagusnya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command </a:t>
            </a:r>
            <a:r>
              <a:rPr lang="en-US" sz="1100" dirty="0" err="1"/>
              <a:t>ini</a:t>
            </a:r>
            <a:r>
              <a:rPr lang="en-US" sz="1100" dirty="0"/>
              <a:t> </a:t>
            </a:r>
            <a:r>
              <a:rPr lang="en-US" sz="1100" dirty="0" err="1"/>
              <a:t>adalah</a:t>
            </a:r>
            <a:r>
              <a:rPr lang="en-US" sz="1100" dirty="0"/>
              <a:t> </a:t>
            </a:r>
            <a:r>
              <a:rPr lang="en-US" sz="1100" dirty="0" err="1"/>
              <a:t>walaupun</a:t>
            </a:r>
            <a:r>
              <a:rPr lang="en-US" sz="1100" dirty="0"/>
              <a:t> </a:t>
            </a:r>
            <a:r>
              <a:rPr lang="en-US" sz="1100" dirty="0" err="1"/>
              <a:t>perubahan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commit </a:t>
            </a:r>
            <a:r>
              <a:rPr lang="en-US" sz="1100" dirty="0" err="1"/>
              <a:t>ketiga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batalkan</a:t>
            </a:r>
            <a:r>
              <a:rPr lang="en-US" sz="1100" dirty="0"/>
              <a:t>, history commit </a:t>
            </a:r>
            <a:r>
              <a:rPr lang="en-US" sz="1100" dirty="0" err="1"/>
              <a:t>ketiga</a:t>
            </a:r>
            <a:r>
              <a:rPr lang="en-US" sz="1100" dirty="0"/>
              <a:t> </a:t>
            </a:r>
            <a:r>
              <a:rPr lang="en-US" sz="1100" dirty="0" err="1"/>
              <a:t>tersebut</a:t>
            </a:r>
            <a:r>
              <a:rPr lang="en-US" sz="1100" dirty="0"/>
              <a:t>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masih</a:t>
            </a:r>
            <a:r>
              <a:rPr lang="en-US" sz="1100" dirty="0"/>
              <a:t> </a:t>
            </a:r>
            <a:r>
              <a:rPr lang="en-US" sz="1100" dirty="0" err="1"/>
              <a:t>tetap</a:t>
            </a:r>
            <a:r>
              <a:rPr lang="en-US" sz="1100" dirty="0"/>
              <a:t> </a:t>
            </a:r>
            <a:r>
              <a:rPr lang="en-US" sz="1100" dirty="0" err="1"/>
              <a:t>ada</a:t>
            </a:r>
            <a:r>
              <a:rPr lang="en-US" sz="1100" dirty="0"/>
              <a:t> dan </a:t>
            </a:r>
            <a:r>
              <a:rPr lang="en-US" sz="1100" dirty="0" err="1"/>
              <a:t>masih</a:t>
            </a:r>
            <a:r>
              <a:rPr lang="en-US" sz="1100" dirty="0"/>
              <a:t>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lihat</a:t>
            </a:r>
            <a:r>
              <a:rPr lang="en-US" sz="1100" dirty="0"/>
              <a:t> </a:t>
            </a:r>
            <a:r>
              <a:rPr lang="en-US" sz="1100" dirty="0" err="1"/>
              <a:t>dengan</a:t>
            </a:r>
            <a:r>
              <a:rPr lang="en-US" sz="1100" dirty="0"/>
              <a:t> </a:t>
            </a:r>
            <a:r>
              <a:rPr lang="en-US" sz="1100" dirty="0" err="1"/>
              <a:t>menggunakan</a:t>
            </a:r>
            <a:r>
              <a:rPr lang="en-US" sz="1100" dirty="0"/>
              <a:t> command git checkout. Karena </a:t>
            </a:r>
            <a:r>
              <a:rPr lang="en-US" sz="1100" dirty="0" err="1"/>
              <a:t>bisa</a:t>
            </a:r>
            <a:r>
              <a:rPr lang="en-US" sz="1100" dirty="0"/>
              <a:t> </a:t>
            </a:r>
            <a:r>
              <a:rPr lang="en-US" sz="1100" dirty="0" err="1"/>
              <a:t>saja</a:t>
            </a:r>
            <a:r>
              <a:rPr lang="en-US" sz="1100" dirty="0"/>
              <a:t> </a:t>
            </a:r>
            <a:r>
              <a:rPr lang="en-US" sz="1100" dirty="0" err="1"/>
              <a:t>jika</a:t>
            </a:r>
            <a:r>
              <a:rPr lang="en-US" sz="1100" dirty="0"/>
              <a:t> </a:t>
            </a:r>
            <a:r>
              <a:rPr lang="en-US" sz="1100" dirty="0" err="1"/>
              <a:t>ke</a:t>
            </a:r>
            <a:r>
              <a:rPr lang="en-US" sz="1100" dirty="0"/>
              <a:t> </a:t>
            </a:r>
            <a:r>
              <a:rPr lang="en-US" sz="1100" dirty="0" err="1"/>
              <a:t>depannya</a:t>
            </a:r>
            <a:r>
              <a:rPr lang="en-US" sz="1100" dirty="0"/>
              <a:t> </a:t>
            </a:r>
            <a:r>
              <a:rPr lang="en-US" sz="1100" dirty="0" err="1"/>
              <a:t>perubahan</a:t>
            </a:r>
            <a:r>
              <a:rPr lang="en-US" sz="1100" dirty="0"/>
              <a:t> yang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lakukan</a:t>
            </a:r>
            <a:r>
              <a:rPr lang="en-US" sz="1100" dirty="0"/>
              <a:t> </a:t>
            </a:r>
            <a:r>
              <a:rPr lang="en-US" sz="1100" dirty="0" err="1"/>
              <a:t>dicommit</a:t>
            </a:r>
            <a:r>
              <a:rPr lang="en-US" sz="1100" dirty="0"/>
              <a:t> </a:t>
            </a:r>
            <a:r>
              <a:rPr lang="en-US" sz="1100" dirty="0" err="1"/>
              <a:t>ketiga</a:t>
            </a:r>
            <a:r>
              <a:rPr lang="en-US" sz="1100" dirty="0"/>
              <a:t> </a:t>
            </a:r>
            <a:r>
              <a:rPr lang="en-US" sz="1100" dirty="0" err="1"/>
              <a:t>ini</a:t>
            </a:r>
            <a:r>
              <a:rPr lang="en-US" sz="1100" dirty="0"/>
              <a:t> Kembali </a:t>
            </a:r>
            <a:r>
              <a:rPr lang="en-US" sz="1100" dirty="0" err="1"/>
              <a:t>lagi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butuhkan</a:t>
            </a:r>
            <a:r>
              <a:rPr lang="en-US" sz="1100" dirty="0"/>
              <a:t>. 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1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dirty="0"/>
              <a:t>Jadi yang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lakukan</a:t>
            </a:r>
            <a:r>
              <a:rPr lang="en-US" sz="1100" dirty="0"/>
              <a:t> </a:t>
            </a:r>
            <a:r>
              <a:rPr lang="en-US" sz="1100" dirty="0" err="1"/>
              <a:t>adalah</a:t>
            </a:r>
            <a:r>
              <a:rPr lang="en-US" sz="1100" dirty="0"/>
              <a:t> </a:t>
            </a:r>
            <a:r>
              <a:rPr lang="en-US" sz="1100" dirty="0" err="1"/>
              <a:t>membuat</a:t>
            </a:r>
            <a:r>
              <a:rPr lang="en-US" sz="1100" dirty="0"/>
              <a:t> commit </a:t>
            </a:r>
            <a:r>
              <a:rPr lang="en-US" sz="1100" dirty="0" err="1"/>
              <a:t>baru</a:t>
            </a:r>
            <a:r>
              <a:rPr lang="en-US" sz="1100" dirty="0"/>
              <a:t> yang </a:t>
            </a:r>
            <a:r>
              <a:rPr lang="en-US" sz="1100" dirty="0" err="1"/>
              <a:t>menandakan</a:t>
            </a:r>
            <a:r>
              <a:rPr lang="en-US" sz="1100" dirty="0"/>
              <a:t> </a:t>
            </a:r>
            <a:r>
              <a:rPr lang="en-US" sz="1100" dirty="0" err="1"/>
              <a:t>bahwa</a:t>
            </a:r>
            <a:r>
              <a:rPr lang="en-US" sz="1100" dirty="0"/>
              <a:t> commit </a:t>
            </a:r>
            <a:r>
              <a:rPr lang="en-US" sz="1100" dirty="0" err="1"/>
              <a:t>ketiga</a:t>
            </a:r>
            <a:r>
              <a:rPr lang="en-US" sz="1100" dirty="0"/>
              <a:t> </a:t>
            </a:r>
            <a:r>
              <a:rPr lang="en-US" sz="1100" dirty="0" err="1"/>
              <a:t>telah</a:t>
            </a:r>
            <a:r>
              <a:rPr lang="en-US" sz="1100" dirty="0"/>
              <a:t> </a:t>
            </a:r>
            <a:r>
              <a:rPr lang="en-US" sz="1100" dirty="0" err="1"/>
              <a:t>dibatalkan</a:t>
            </a:r>
            <a:r>
              <a:rPr lang="en-US" sz="1100" dirty="0"/>
              <a:t> </a:t>
            </a:r>
            <a:r>
              <a:rPr lang="en-US" sz="1100" dirty="0" err="1"/>
              <a:t>perubahannya</a:t>
            </a:r>
            <a:r>
              <a:rPr lang="en-US" sz="1100" dirty="0"/>
              <a:t>, </a:t>
            </a:r>
            <a:r>
              <a:rPr lang="en-US" sz="1100" dirty="0" err="1"/>
              <a:t>namun</a:t>
            </a:r>
            <a:r>
              <a:rPr lang="en-US" sz="1100" dirty="0"/>
              <a:t> </a:t>
            </a:r>
            <a:r>
              <a:rPr lang="en-US" sz="1100" dirty="0" err="1"/>
              <a:t>commitnya</a:t>
            </a:r>
            <a:r>
              <a:rPr lang="en-US" sz="1100" dirty="0"/>
              <a:t> </a:t>
            </a:r>
            <a:r>
              <a:rPr lang="en-US" sz="1100" dirty="0" err="1"/>
              <a:t>masih</a:t>
            </a:r>
            <a:r>
              <a:rPr lang="en-US" sz="1100" dirty="0"/>
              <a:t> </a:t>
            </a:r>
            <a:r>
              <a:rPr lang="en-US" sz="1100" dirty="0" err="1"/>
              <a:t>tersimpan</a:t>
            </a:r>
            <a:r>
              <a:rPr lang="en-US" sz="1100" dirty="0"/>
              <a:t>. Jadi </a:t>
            </a:r>
            <a:r>
              <a:rPr lang="en-US" sz="1100" dirty="0" err="1"/>
              <a:t>kembali</a:t>
            </a:r>
            <a:r>
              <a:rPr lang="en-US" sz="1100" dirty="0"/>
              <a:t> </a:t>
            </a:r>
            <a:r>
              <a:rPr lang="en-US" sz="1100" dirty="0" err="1"/>
              <a:t>lagi</a:t>
            </a:r>
            <a:r>
              <a:rPr lang="en-US" sz="1100" dirty="0"/>
              <a:t>, </a:t>
            </a:r>
            <a:r>
              <a:rPr lang="en-US" sz="1100" dirty="0" err="1"/>
              <a:t>hanya</a:t>
            </a:r>
            <a:r>
              <a:rPr lang="en-US" sz="1100" dirty="0"/>
              <a:t> </a:t>
            </a:r>
            <a:r>
              <a:rPr lang="en-US" sz="1100" dirty="0" err="1"/>
              <a:t>perubahannya</a:t>
            </a:r>
            <a:r>
              <a:rPr lang="en-US" sz="1100" dirty="0"/>
              <a:t> yang </a:t>
            </a:r>
            <a:r>
              <a:rPr lang="en-US" sz="1100" dirty="0" err="1"/>
              <a:t>dibatalkan</a:t>
            </a:r>
            <a:r>
              <a:rPr lang="en-US" sz="1100" dirty="0"/>
              <a:t>/</a:t>
            </a:r>
            <a:r>
              <a:rPr lang="en-US" sz="1100" dirty="0" err="1"/>
              <a:t>dihapus</a:t>
            </a:r>
            <a:r>
              <a:rPr lang="en-US" sz="1100" dirty="0"/>
              <a:t>, </a:t>
            </a:r>
            <a:r>
              <a:rPr lang="en-US" sz="1100" dirty="0" err="1"/>
              <a:t>tetapi</a:t>
            </a:r>
            <a:r>
              <a:rPr lang="en-US" sz="1100" dirty="0"/>
              <a:t> </a:t>
            </a:r>
            <a:r>
              <a:rPr lang="en-US" sz="1100" dirty="0" err="1"/>
              <a:t>catatan</a:t>
            </a:r>
            <a:r>
              <a:rPr lang="en-US" sz="1100" dirty="0"/>
              <a:t> </a:t>
            </a:r>
            <a:r>
              <a:rPr lang="en-US" sz="1100" dirty="0" err="1"/>
              <a:t>commitnya</a:t>
            </a:r>
            <a:r>
              <a:rPr lang="en-US" sz="1100" dirty="0"/>
              <a:t> </a:t>
            </a:r>
            <a:r>
              <a:rPr lang="en-US" sz="1100" dirty="0" err="1"/>
              <a:t>masih</a:t>
            </a:r>
            <a:r>
              <a:rPr lang="en-US" sz="1100" dirty="0"/>
              <a:t>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tetap</a:t>
            </a:r>
            <a:r>
              <a:rPr lang="en-US" sz="1100" dirty="0"/>
              <a:t> </a:t>
            </a:r>
            <a:r>
              <a:rPr lang="en-US" sz="1100" dirty="0" err="1"/>
              <a:t>ada</a:t>
            </a:r>
            <a:r>
              <a:rPr lang="en-US" sz="1100" dirty="0"/>
              <a:t>. Karena </a:t>
            </a:r>
            <a:r>
              <a:rPr lang="en-US" sz="1100" dirty="0" err="1"/>
              <a:t>nantinya</a:t>
            </a:r>
            <a:r>
              <a:rPr lang="en-US" sz="1100" dirty="0"/>
              <a:t>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ada</a:t>
            </a:r>
            <a:r>
              <a:rPr lang="en-US" sz="1100" dirty="0"/>
              <a:t> </a:t>
            </a:r>
            <a:r>
              <a:rPr lang="en-US" sz="1100" dirty="0" err="1"/>
              <a:t>perintah</a:t>
            </a:r>
            <a:r>
              <a:rPr lang="en-US" sz="1100" dirty="0"/>
              <a:t> yang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membatalkan</a:t>
            </a:r>
            <a:r>
              <a:rPr lang="en-US" sz="1100" dirty="0"/>
              <a:t> </a:t>
            </a:r>
            <a:r>
              <a:rPr lang="en-US" sz="1100" dirty="0" err="1"/>
              <a:t>perubahan</a:t>
            </a:r>
            <a:r>
              <a:rPr lang="en-US" sz="1100" dirty="0"/>
              <a:t> </a:t>
            </a:r>
            <a:r>
              <a:rPr lang="en-US" sz="1100" dirty="0" err="1"/>
              <a:t>sekaligus</a:t>
            </a:r>
            <a:r>
              <a:rPr lang="en-US" sz="1100" dirty="0"/>
              <a:t> </a:t>
            </a:r>
            <a:r>
              <a:rPr lang="en-US" sz="1100" dirty="0" err="1"/>
              <a:t>menghapus</a:t>
            </a:r>
            <a:r>
              <a:rPr lang="en-US" sz="1100" dirty="0"/>
              <a:t> </a:t>
            </a:r>
            <a:r>
              <a:rPr lang="en-US" sz="1100" dirty="0" err="1"/>
              <a:t>commitnya</a:t>
            </a:r>
            <a:r>
              <a:rPr lang="en-US" sz="1100" dirty="0"/>
              <a:t>, yang mana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bahas</a:t>
            </a:r>
            <a:r>
              <a:rPr lang="en-US" sz="1100" dirty="0"/>
              <a:t> </a:t>
            </a:r>
            <a:r>
              <a:rPr lang="en-US" sz="1100" dirty="0" err="1"/>
              <a:t>setelah</a:t>
            </a:r>
            <a:r>
              <a:rPr lang="en-US" sz="1100" dirty="0"/>
              <a:t> git revert </a:t>
            </a:r>
            <a:r>
              <a:rPr lang="en-US" sz="1100" dirty="0" err="1"/>
              <a:t>ini</a:t>
            </a:r>
            <a:r>
              <a:rPr lang="en-US" sz="1100" dirty="0"/>
              <a:t>. </a:t>
            </a:r>
          </a:p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226879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dirty="0"/>
              <a:t>ok </a:t>
            </a:r>
            <a:r>
              <a:rPr lang="en-US" sz="1100" b="0" dirty="0" err="1"/>
              <a:t>jadi</a:t>
            </a:r>
            <a:r>
              <a:rPr lang="en-US" sz="1100" b="0" dirty="0"/>
              <a:t> </a:t>
            </a:r>
            <a:r>
              <a:rPr lang="en-US" sz="1100" b="0" dirty="0" err="1"/>
              <a:t>ini</a:t>
            </a:r>
            <a:r>
              <a:rPr lang="en-US" sz="1100" b="0" dirty="0"/>
              <a:t> </a:t>
            </a:r>
            <a:r>
              <a:rPr lang="en-US" sz="1100" b="0" dirty="0" err="1"/>
              <a:t>adalah</a:t>
            </a:r>
            <a:r>
              <a:rPr lang="en-US" sz="1100" b="0" dirty="0"/>
              <a:t> command yang </a:t>
            </a:r>
            <a:r>
              <a:rPr lang="en-US" sz="1100" b="0" dirty="0" err="1"/>
              <a:t>akan</a:t>
            </a:r>
            <a:r>
              <a:rPr lang="en-US" sz="1100" b="0" dirty="0"/>
              <a:t> </a:t>
            </a:r>
            <a:r>
              <a:rPr lang="en-US" sz="1100" b="0" dirty="0" err="1"/>
              <a:t>kita</a:t>
            </a:r>
            <a:r>
              <a:rPr lang="en-US" sz="1100" b="0" dirty="0"/>
              <a:t> </a:t>
            </a:r>
            <a:r>
              <a:rPr lang="en-US" sz="1100" b="0" dirty="0" err="1"/>
              <a:t>gunakan</a:t>
            </a:r>
            <a:r>
              <a:rPr lang="en-US" sz="1100" b="0" dirty="0"/>
              <a:t> </a:t>
            </a:r>
            <a:r>
              <a:rPr lang="en-US" sz="1100" b="0" dirty="0" err="1"/>
              <a:t>untuk</a:t>
            </a:r>
            <a:r>
              <a:rPr lang="en-US" sz="1100" b="0" dirty="0"/>
              <a:t> </a:t>
            </a:r>
            <a:r>
              <a:rPr lang="en-US" sz="1100" b="0" dirty="0" err="1"/>
              <a:t>dapat</a:t>
            </a:r>
            <a:r>
              <a:rPr lang="en-US" sz="1100" b="0" dirty="0"/>
              <a:t> </a:t>
            </a:r>
            <a:r>
              <a:rPr lang="en-US" sz="1100" dirty="0" err="1"/>
              <a:t>membatalkan</a:t>
            </a:r>
            <a:r>
              <a:rPr lang="en-US" sz="1100" dirty="0"/>
              <a:t> </a:t>
            </a:r>
            <a:r>
              <a:rPr lang="en-US" sz="1100" dirty="0" err="1"/>
              <a:t>perubahan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</a:t>
            </a:r>
            <a:r>
              <a:rPr lang="en-US" sz="1100" dirty="0" err="1"/>
              <a:t>suatu</a:t>
            </a:r>
            <a:r>
              <a:rPr lang="en-US" sz="1100" dirty="0"/>
              <a:t> commit </a:t>
            </a:r>
            <a:r>
              <a:rPr lang="en-US" sz="1100" dirty="0" err="1"/>
              <a:t>tertentu</a:t>
            </a:r>
            <a:r>
              <a:rPr lang="en-US" sz="1100" dirty="0"/>
              <a:t> </a:t>
            </a:r>
            <a:r>
              <a:rPr lang="en-US" sz="1100" b="0" dirty="0"/>
              <a:t>pada repository </a:t>
            </a:r>
            <a:r>
              <a:rPr lang="en-US" sz="1100" b="0" dirty="0" err="1"/>
              <a:t>kita</a:t>
            </a:r>
            <a:r>
              <a:rPr lang="en-US" sz="1100" b="0" dirty="0"/>
              <a:t>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dirty="0"/>
              <a:t>Mari </a:t>
            </a:r>
            <a:r>
              <a:rPr lang="en-US" sz="1100" b="0" dirty="0" err="1"/>
              <a:t>sekarang</a:t>
            </a:r>
            <a:r>
              <a:rPr lang="en-US" sz="1100" b="0" dirty="0"/>
              <a:t> </a:t>
            </a:r>
            <a:r>
              <a:rPr lang="en-US" sz="1100" b="0" dirty="0" err="1"/>
              <a:t>langsung</a:t>
            </a:r>
            <a:r>
              <a:rPr lang="en-US" sz="1100" b="0" dirty="0"/>
              <a:t> </a:t>
            </a:r>
            <a:r>
              <a:rPr lang="en-US" sz="1100" b="0" dirty="0" err="1"/>
              <a:t>saja</a:t>
            </a:r>
            <a:r>
              <a:rPr lang="en-US" sz="1100" b="0" dirty="0"/>
              <a:t> </a:t>
            </a:r>
            <a:r>
              <a:rPr lang="en-US" sz="1100" b="0" dirty="0" err="1"/>
              <a:t>kita</a:t>
            </a:r>
            <a:r>
              <a:rPr lang="en-US" sz="1100" b="0" dirty="0"/>
              <a:t> </a:t>
            </a:r>
            <a:r>
              <a:rPr lang="en-US" sz="1100" b="0" dirty="0" err="1"/>
              <a:t>praktikkan</a:t>
            </a:r>
            <a:r>
              <a:rPr lang="en-US" sz="1100" b="0" dirty="0"/>
              <a:t>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1" dirty="0"/>
              <a:t>(Live Code: Revert)</a:t>
            </a:r>
          </a:p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720273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chemeClr val="dk1"/>
                </a:solidFill>
              </a:rPr>
              <a:t>Ok </a:t>
            </a:r>
            <a:r>
              <a:rPr lang="en-US" sz="1100" dirty="0" err="1">
                <a:solidFill>
                  <a:schemeClr val="dk1"/>
                </a:solidFill>
              </a:rPr>
              <a:t>sekarang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kita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akan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membahas</a:t>
            </a:r>
            <a:r>
              <a:rPr lang="en-US" sz="1100" dirty="0">
                <a:solidFill>
                  <a:schemeClr val="dk1"/>
                </a:solidFill>
              </a:rPr>
              <a:t> command git reset. </a:t>
            </a:r>
          </a:p>
          <a:p>
            <a:pPr marL="158750" indent="0">
              <a:buNone/>
            </a:pPr>
            <a:endParaRPr lang="en-ID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chemeClr val="dk1"/>
                </a:solidFill>
              </a:rPr>
              <a:t>git reset </a:t>
            </a:r>
            <a:r>
              <a:rPr lang="en-US" sz="1100" dirty="0" err="1">
                <a:solidFill>
                  <a:schemeClr val="dk1"/>
                </a:solidFill>
              </a:rPr>
              <a:t>adalah</a:t>
            </a:r>
            <a:r>
              <a:rPr lang="en-US" sz="1100" dirty="0">
                <a:solidFill>
                  <a:schemeClr val="dk1"/>
                </a:solidFill>
              </a:rPr>
              <a:t> command </a:t>
            </a:r>
            <a:r>
              <a:rPr lang="en-US" sz="1100" dirty="0"/>
              <a:t>yang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gunakan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menghapus</a:t>
            </a:r>
            <a:r>
              <a:rPr lang="en-US" sz="1100" dirty="0"/>
              <a:t> commit yang </a:t>
            </a:r>
            <a:r>
              <a:rPr lang="en-US" sz="1100" dirty="0" err="1"/>
              <a:t>pernah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lakukan</a:t>
            </a:r>
            <a:r>
              <a:rPr lang="en-US" sz="1100" dirty="0"/>
              <a:t>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 err="1"/>
              <a:t>Misalkan</a:t>
            </a:r>
            <a:r>
              <a:rPr lang="en-US" sz="1100" dirty="0"/>
              <a:t> </a:t>
            </a:r>
            <a:r>
              <a:rPr lang="en-US" sz="1100" dirty="0" err="1"/>
              <a:t>saja</a:t>
            </a:r>
            <a:r>
              <a:rPr lang="en-US" sz="1100" dirty="0"/>
              <a:t> pada </a:t>
            </a:r>
            <a:r>
              <a:rPr lang="en-US" sz="1100" dirty="0" err="1"/>
              <a:t>contoh</a:t>
            </a:r>
            <a:r>
              <a:rPr lang="en-US" sz="1100" dirty="0"/>
              <a:t> kali </a:t>
            </a:r>
            <a:r>
              <a:rPr lang="en-US" sz="1100" dirty="0" err="1"/>
              <a:t>ini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ingin</a:t>
            </a:r>
            <a:r>
              <a:rPr lang="en-US" sz="1100" dirty="0"/>
              <a:t> </a:t>
            </a:r>
            <a:r>
              <a:rPr lang="en-US" sz="1100" dirty="0" err="1"/>
              <a:t>menghapus</a:t>
            </a:r>
            <a:r>
              <a:rPr lang="en-US" sz="1100" dirty="0"/>
              <a:t> </a:t>
            </a:r>
            <a:r>
              <a:rPr lang="en-US" sz="1100" dirty="0" err="1"/>
              <a:t>semua</a:t>
            </a:r>
            <a:r>
              <a:rPr lang="en-US" sz="1100" dirty="0"/>
              <a:t> commit yang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lakukan</a:t>
            </a:r>
            <a:r>
              <a:rPr lang="en-US" sz="1100" dirty="0"/>
              <a:t> </a:t>
            </a:r>
            <a:r>
              <a:rPr lang="en-US" sz="1100" dirty="0" err="1"/>
              <a:t>setelah</a:t>
            </a:r>
            <a:r>
              <a:rPr lang="en-US" sz="1100" dirty="0"/>
              <a:t> commit </a:t>
            </a:r>
            <a:r>
              <a:rPr lang="en-US" sz="1100" dirty="0" err="1"/>
              <a:t>kedua</a:t>
            </a:r>
            <a:r>
              <a:rPr lang="en-US" sz="1100" dirty="0"/>
              <a:t>, </a:t>
            </a:r>
            <a:r>
              <a:rPr lang="en-US" sz="1100" dirty="0" err="1"/>
              <a:t>maka</a:t>
            </a:r>
            <a:r>
              <a:rPr lang="en-US" sz="1100" dirty="0"/>
              <a:t> yang </a:t>
            </a:r>
            <a:r>
              <a:rPr lang="en-US" sz="1100" dirty="0" err="1"/>
              <a:t>harus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lakukan</a:t>
            </a:r>
            <a:r>
              <a:rPr lang="en-US" sz="1100" dirty="0"/>
              <a:t> </a:t>
            </a:r>
            <a:r>
              <a:rPr lang="en-US" sz="1100" dirty="0" err="1"/>
              <a:t>adalah</a:t>
            </a:r>
            <a:r>
              <a:rPr lang="en-US" sz="1100" dirty="0"/>
              <a:t> </a:t>
            </a:r>
            <a:r>
              <a:rPr lang="en-US" sz="1100" dirty="0" err="1"/>
              <a:t>melakukan</a:t>
            </a:r>
            <a:r>
              <a:rPr lang="en-US" sz="1100" dirty="0"/>
              <a:t> reset </a:t>
            </a:r>
            <a:r>
              <a:rPr lang="en-US" sz="1100" dirty="0" err="1"/>
              <a:t>ke</a:t>
            </a:r>
            <a:r>
              <a:rPr lang="en-US" sz="1100" dirty="0"/>
              <a:t> commit </a:t>
            </a:r>
            <a:r>
              <a:rPr lang="en-US" sz="1100" dirty="0" err="1"/>
              <a:t>kedua</a:t>
            </a:r>
            <a:r>
              <a:rPr lang="en-US" sz="1100" dirty="0"/>
              <a:t>, </a:t>
            </a:r>
            <a:r>
              <a:rPr lang="en-US" sz="1100" dirty="0" err="1"/>
              <a:t>dengan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kembali</a:t>
            </a:r>
            <a:r>
              <a:rPr lang="en-US" sz="1100" dirty="0"/>
              <a:t> </a:t>
            </a:r>
            <a:r>
              <a:rPr lang="en-US" sz="1100" dirty="0" err="1"/>
              <a:t>ke</a:t>
            </a:r>
            <a:r>
              <a:rPr lang="en-US" sz="1100" dirty="0"/>
              <a:t> commit </a:t>
            </a:r>
            <a:r>
              <a:rPr lang="en-US" sz="1100" dirty="0" err="1"/>
              <a:t>kedua</a:t>
            </a:r>
            <a:r>
              <a:rPr lang="en-US" sz="1100" dirty="0"/>
              <a:t>, </a:t>
            </a:r>
            <a:r>
              <a:rPr lang="en-US" sz="1100" dirty="0" err="1"/>
              <a:t>semua</a:t>
            </a:r>
            <a:r>
              <a:rPr lang="en-US" sz="1100" dirty="0"/>
              <a:t> commit </a:t>
            </a:r>
            <a:r>
              <a:rPr lang="en-US" sz="1100" dirty="0" err="1"/>
              <a:t>setelah</a:t>
            </a:r>
            <a:r>
              <a:rPr lang="en-US" sz="1100" dirty="0"/>
              <a:t> commit </a:t>
            </a:r>
            <a:r>
              <a:rPr lang="en-US" sz="1100" dirty="0" err="1"/>
              <a:t>kedua</a:t>
            </a:r>
            <a:r>
              <a:rPr lang="en-US" sz="1100" dirty="0"/>
              <a:t>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dihapus</a:t>
            </a:r>
            <a:r>
              <a:rPr lang="en-US" sz="1100" dirty="0"/>
              <a:t>. 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/>
              <a:t>Lalu, </a:t>
            </a:r>
            <a:r>
              <a:rPr lang="en-US" sz="1100" dirty="0" err="1"/>
              <a:t>bagaimana</a:t>
            </a:r>
            <a:r>
              <a:rPr lang="en-US" sz="1100" dirty="0"/>
              <a:t> </a:t>
            </a:r>
            <a:r>
              <a:rPr lang="en-US" sz="1100" dirty="0" err="1"/>
              <a:t>dengan</a:t>
            </a:r>
            <a:r>
              <a:rPr lang="en-US" sz="1100" dirty="0"/>
              <a:t> </a:t>
            </a:r>
            <a:r>
              <a:rPr lang="en-US" sz="1100" dirty="0" err="1"/>
              <a:t>perubahan</a:t>
            </a:r>
            <a:r>
              <a:rPr lang="en-US" sz="1100" dirty="0"/>
              <a:t> yang </a:t>
            </a:r>
            <a:r>
              <a:rPr lang="en-US" sz="1100" dirty="0" err="1"/>
              <a:t>dilakukan</a:t>
            </a:r>
            <a:r>
              <a:rPr lang="en-US" sz="1100" dirty="0"/>
              <a:t> pada commit - commit </a:t>
            </a:r>
            <a:r>
              <a:rPr lang="en-US" sz="1100" dirty="0" err="1"/>
              <a:t>tersebut</a:t>
            </a:r>
            <a:r>
              <a:rPr lang="en-US" sz="1100" dirty="0"/>
              <a:t> ? </a:t>
            </a:r>
            <a:r>
              <a:rPr lang="en-US" sz="1100" dirty="0" err="1"/>
              <a:t>apakah</a:t>
            </a:r>
            <a:r>
              <a:rPr lang="en-US" sz="1100" dirty="0"/>
              <a:t>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ikut</a:t>
            </a:r>
            <a:r>
              <a:rPr lang="en-US" sz="1100" dirty="0"/>
              <a:t> </a:t>
            </a:r>
            <a:r>
              <a:rPr lang="en-US" sz="1100" dirty="0" err="1"/>
              <a:t>terbatalkan</a:t>
            </a:r>
            <a:r>
              <a:rPr lang="en-US" sz="1100" dirty="0"/>
              <a:t>/</a:t>
            </a:r>
            <a:r>
              <a:rPr lang="en-US" sz="1100" dirty="0" err="1"/>
              <a:t>terhapus</a:t>
            </a:r>
            <a:r>
              <a:rPr lang="en-US" sz="1100" dirty="0"/>
              <a:t> juga? </a:t>
            </a:r>
            <a:r>
              <a:rPr lang="en-US" sz="1100" dirty="0" err="1"/>
              <a:t>mengenai</a:t>
            </a:r>
            <a:r>
              <a:rPr lang="en-US" sz="1100" dirty="0"/>
              <a:t> </a:t>
            </a:r>
            <a:r>
              <a:rPr lang="en-US" sz="1100" dirty="0" err="1"/>
              <a:t>hal</a:t>
            </a:r>
            <a:r>
              <a:rPr lang="en-US" sz="1100" dirty="0"/>
              <a:t> </a:t>
            </a:r>
            <a:r>
              <a:rPr lang="en-US" sz="1100" dirty="0" err="1"/>
              <a:t>tersebut</a:t>
            </a:r>
            <a:r>
              <a:rPr lang="en-US" sz="1100" dirty="0"/>
              <a:t>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diberikan</a:t>
            </a:r>
            <a:r>
              <a:rPr lang="en-US" sz="1100" dirty="0"/>
              <a:t> </a:t>
            </a:r>
            <a:r>
              <a:rPr lang="en-US" sz="1100" dirty="0" err="1"/>
              <a:t>pilihan</a:t>
            </a:r>
            <a:r>
              <a:rPr lang="en-US" sz="1100" dirty="0"/>
              <a:t>. 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 err="1"/>
              <a:t>Saat</a:t>
            </a:r>
            <a:r>
              <a:rPr lang="en-US" sz="1100" dirty="0"/>
              <a:t> </a:t>
            </a:r>
            <a:r>
              <a:rPr lang="en-US" sz="1100" dirty="0" err="1"/>
              <a:t>melakukan</a:t>
            </a:r>
            <a:r>
              <a:rPr lang="en-US" sz="1100" dirty="0"/>
              <a:t> reset,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hanya</a:t>
            </a:r>
            <a:r>
              <a:rPr lang="en-US" sz="1100" dirty="0"/>
              <a:t> </a:t>
            </a:r>
            <a:r>
              <a:rPr lang="en-US" sz="1100" dirty="0" err="1"/>
              <a:t>menghapus</a:t>
            </a:r>
            <a:r>
              <a:rPr lang="en-US" sz="1100" dirty="0"/>
              <a:t> </a:t>
            </a:r>
            <a:r>
              <a:rPr lang="en-US" sz="1100" dirty="0" err="1"/>
              <a:t>commitnya</a:t>
            </a:r>
            <a:r>
              <a:rPr lang="en-US" sz="1100" dirty="0"/>
              <a:t> </a:t>
            </a:r>
            <a:r>
              <a:rPr lang="en-US" sz="1100" dirty="0" err="1"/>
              <a:t>saja</a:t>
            </a:r>
            <a:r>
              <a:rPr lang="en-US" sz="1100" dirty="0"/>
              <a:t>, </a:t>
            </a:r>
            <a:r>
              <a:rPr lang="en-US" sz="1100" dirty="0" err="1"/>
              <a:t>namun</a:t>
            </a:r>
            <a:r>
              <a:rPr lang="en-US" sz="1100" dirty="0"/>
              <a:t> </a:t>
            </a:r>
            <a:r>
              <a:rPr lang="en-US" sz="1100" dirty="0" err="1"/>
              <a:t>perubahan</a:t>
            </a:r>
            <a:r>
              <a:rPr lang="en-US" sz="1100" dirty="0"/>
              <a:t> pada commit </a:t>
            </a:r>
            <a:r>
              <a:rPr lang="en-US" sz="1100" dirty="0" err="1"/>
              <a:t>tersebut</a:t>
            </a:r>
            <a:r>
              <a:rPr lang="en-US" sz="1100" dirty="0"/>
              <a:t> </a:t>
            </a:r>
            <a:r>
              <a:rPr lang="en-US" sz="1100" dirty="0" err="1"/>
              <a:t>akan</a:t>
            </a:r>
            <a:r>
              <a:rPr lang="en-US" sz="1100" dirty="0"/>
              <a:t> </a:t>
            </a:r>
            <a:r>
              <a:rPr lang="en-US" sz="1100" dirty="0" err="1"/>
              <a:t>tetap</a:t>
            </a:r>
            <a:r>
              <a:rPr lang="en-US" sz="1100" dirty="0"/>
              <a:t> </a:t>
            </a:r>
            <a:r>
              <a:rPr lang="en-US" sz="1100" dirty="0" err="1"/>
              <a:t>ada</a:t>
            </a:r>
            <a:r>
              <a:rPr lang="en-US" sz="1100" dirty="0"/>
              <a:t>, </a:t>
            </a:r>
            <a:r>
              <a:rPr lang="en-US" sz="1100" dirty="0" err="1"/>
              <a:t>atau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sekaligus</a:t>
            </a:r>
            <a:r>
              <a:rPr lang="en-US" sz="1100" dirty="0"/>
              <a:t> </a:t>
            </a:r>
            <a:r>
              <a:rPr lang="en-US" sz="1100" dirty="0" err="1"/>
              <a:t>membatalkan</a:t>
            </a:r>
            <a:r>
              <a:rPr lang="en-US" sz="1100" dirty="0"/>
              <a:t> </a:t>
            </a:r>
            <a:r>
              <a:rPr lang="en-US" sz="1100" dirty="0" err="1"/>
              <a:t>perubahannya</a:t>
            </a:r>
            <a:r>
              <a:rPr lang="en-US" sz="1100" dirty="0"/>
              <a:t> juga. 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/>
              <a:t>Jadi, </a:t>
            </a:r>
            <a:r>
              <a:rPr lang="en-US" sz="1100" dirty="0" err="1"/>
              <a:t>jika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hanya</a:t>
            </a:r>
            <a:r>
              <a:rPr lang="en-US" sz="1100" dirty="0"/>
              <a:t> </a:t>
            </a:r>
            <a:r>
              <a:rPr lang="en-US" sz="1100" dirty="0" err="1"/>
              <a:t>ingin</a:t>
            </a:r>
            <a:r>
              <a:rPr lang="en-US" sz="1100" dirty="0"/>
              <a:t> </a:t>
            </a:r>
            <a:r>
              <a:rPr lang="en-US" sz="1100" dirty="0" err="1"/>
              <a:t>menghapus</a:t>
            </a:r>
            <a:r>
              <a:rPr lang="en-US" sz="1100" dirty="0"/>
              <a:t> </a:t>
            </a:r>
            <a:r>
              <a:rPr lang="en-US" sz="1100" dirty="0" err="1"/>
              <a:t>commitnya</a:t>
            </a:r>
            <a:r>
              <a:rPr lang="en-US" sz="1100" dirty="0"/>
              <a:t> </a:t>
            </a:r>
            <a:r>
              <a:rPr lang="en-US" sz="1100" dirty="0" err="1"/>
              <a:t>saja</a:t>
            </a:r>
            <a:r>
              <a:rPr lang="en-US" sz="1100" dirty="0"/>
              <a:t>,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menjalankan</a:t>
            </a:r>
            <a:r>
              <a:rPr lang="en-US" sz="1100" dirty="0"/>
              <a:t> command git </a:t>
            </a:r>
            <a:r>
              <a:rPr lang="en-US" sz="1100" dirty="0" err="1"/>
              <a:t>spasi</a:t>
            </a:r>
            <a:r>
              <a:rPr lang="en-US" sz="1100" dirty="0"/>
              <a:t> reset </a:t>
            </a:r>
            <a:r>
              <a:rPr lang="en-US" sz="1100" dirty="0" err="1"/>
              <a:t>spasi</a:t>
            </a:r>
            <a:r>
              <a:rPr lang="en-US" sz="1100" dirty="0"/>
              <a:t> commit id, dan </a:t>
            </a:r>
            <a:r>
              <a:rPr lang="en-US" sz="1100" dirty="0" err="1"/>
              <a:t>bila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ingin</a:t>
            </a:r>
            <a:r>
              <a:rPr lang="en-US" sz="1100" dirty="0"/>
              <a:t> </a:t>
            </a:r>
            <a:r>
              <a:rPr lang="en-US" sz="1100" dirty="0" err="1"/>
              <a:t>membatalkan</a:t>
            </a:r>
            <a:r>
              <a:rPr lang="en-US" sz="1100" dirty="0"/>
              <a:t> </a:t>
            </a:r>
            <a:r>
              <a:rPr lang="en-US" sz="1100" dirty="0" err="1"/>
              <a:t>perubahannya</a:t>
            </a:r>
            <a:r>
              <a:rPr lang="en-US" sz="1100" dirty="0"/>
              <a:t> juga,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hanya</a:t>
            </a:r>
            <a:r>
              <a:rPr lang="en-US" sz="1100" dirty="0"/>
              <a:t> </a:t>
            </a:r>
            <a:r>
              <a:rPr lang="en-US" sz="1100" dirty="0" err="1"/>
              <a:t>perlu</a:t>
            </a:r>
            <a:r>
              <a:rPr lang="en-US" sz="1100" dirty="0"/>
              <a:t> </a:t>
            </a:r>
            <a:r>
              <a:rPr lang="en-US" sz="1100" dirty="0" err="1"/>
              <a:t>menambahkan</a:t>
            </a:r>
            <a:r>
              <a:rPr lang="en-US" sz="1100" dirty="0"/>
              <a:t> command </a:t>
            </a:r>
            <a:r>
              <a:rPr lang="en-US" sz="1100" dirty="0" err="1"/>
              <a:t>argumen</a:t>
            </a:r>
            <a:r>
              <a:rPr lang="en-US" sz="1100" dirty="0"/>
              <a:t> --hard </a:t>
            </a:r>
            <a:r>
              <a:rPr lang="en-US" sz="1100" dirty="0" err="1"/>
              <a:t>setelah</a:t>
            </a:r>
            <a:r>
              <a:rPr lang="en-US" sz="1100" dirty="0"/>
              <a:t> commit </a:t>
            </a:r>
            <a:r>
              <a:rPr lang="en-US" sz="1100" dirty="0" err="1"/>
              <a:t>idnya</a:t>
            </a:r>
            <a:r>
              <a:rPr lang="en-US" sz="1100" dirty="0"/>
              <a:t>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858911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dirty="0"/>
              <a:t>ok </a:t>
            </a:r>
            <a:r>
              <a:rPr lang="en-US" sz="1100" b="0" dirty="0" err="1"/>
              <a:t>jadi</a:t>
            </a:r>
            <a:r>
              <a:rPr lang="en-US" sz="1100" b="0" dirty="0"/>
              <a:t> </a:t>
            </a:r>
            <a:r>
              <a:rPr lang="en-US" sz="1100" b="0" dirty="0" err="1"/>
              <a:t>ini</a:t>
            </a:r>
            <a:r>
              <a:rPr lang="en-US" sz="1100" b="0" dirty="0"/>
              <a:t> </a:t>
            </a:r>
            <a:r>
              <a:rPr lang="en-US" sz="1100" b="0" dirty="0" err="1"/>
              <a:t>adalah</a:t>
            </a:r>
            <a:r>
              <a:rPr lang="en-US" sz="1100" b="0" dirty="0"/>
              <a:t> command yang </a:t>
            </a:r>
            <a:r>
              <a:rPr lang="en-US" sz="1100" b="0" dirty="0" err="1"/>
              <a:t>akan</a:t>
            </a:r>
            <a:r>
              <a:rPr lang="en-US" sz="1100" b="0" dirty="0"/>
              <a:t> </a:t>
            </a:r>
            <a:r>
              <a:rPr lang="en-US" sz="1100" b="0" dirty="0" err="1"/>
              <a:t>kita</a:t>
            </a:r>
            <a:r>
              <a:rPr lang="en-US" sz="1100" b="0" dirty="0"/>
              <a:t> </a:t>
            </a:r>
            <a:r>
              <a:rPr lang="en-US" sz="1100" b="0" dirty="0" err="1"/>
              <a:t>gunakan</a:t>
            </a:r>
            <a:r>
              <a:rPr lang="en-US" sz="1100" b="0" dirty="0"/>
              <a:t> </a:t>
            </a:r>
            <a:r>
              <a:rPr lang="en-US" sz="1100" b="0" dirty="0" err="1"/>
              <a:t>untuk</a:t>
            </a:r>
            <a:r>
              <a:rPr lang="en-US" sz="1100" b="0" dirty="0"/>
              <a:t> </a:t>
            </a:r>
            <a:r>
              <a:rPr lang="en-US" sz="1100" b="0" dirty="0" err="1"/>
              <a:t>dapat</a:t>
            </a:r>
            <a:r>
              <a:rPr lang="en-US" sz="1100" b="0" dirty="0"/>
              <a:t> </a:t>
            </a:r>
            <a:r>
              <a:rPr lang="en-US" sz="1100" dirty="0" err="1"/>
              <a:t>menghapus</a:t>
            </a:r>
            <a:r>
              <a:rPr lang="en-US" sz="1100" dirty="0"/>
              <a:t> commit yang </a:t>
            </a:r>
            <a:r>
              <a:rPr lang="en-US" sz="1100" dirty="0" err="1"/>
              <a:t>pernah</a:t>
            </a:r>
            <a:r>
              <a:rPr lang="en-US" sz="1100" dirty="0"/>
              <a:t> </a:t>
            </a:r>
            <a:r>
              <a:rPr lang="en-US" sz="1100" dirty="0" err="1"/>
              <a:t>kita</a:t>
            </a:r>
            <a:r>
              <a:rPr lang="en-US" sz="1100" dirty="0"/>
              <a:t> </a:t>
            </a:r>
            <a:r>
              <a:rPr lang="en-US" sz="1100" dirty="0" err="1"/>
              <a:t>lakukan</a:t>
            </a:r>
            <a:r>
              <a:rPr lang="en-US" sz="1100" dirty="0"/>
              <a:t>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dirty="0"/>
              <a:t>Mari </a:t>
            </a:r>
            <a:r>
              <a:rPr lang="en-US" sz="1100" b="0" dirty="0" err="1"/>
              <a:t>sekarang</a:t>
            </a:r>
            <a:r>
              <a:rPr lang="en-US" sz="1100" b="0" dirty="0"/>
              <a:t> </a:t>
            </a:r>
            <a:r>
              <a:rPr lang="en-US" sz="1100" b="0" dirty="0" err="1"/>
              <a:t>langsung</a:t>
            </a:r>
            <a:r>
              <a:rPr lang="en-US" sz="1100" b="0" dirty="0"/>
              <a:t> </a:t>
            </a:r>
            <a:r>
              <a:rPr lang="en-US" sz="1100" b="0" dirty="0" err="1"/>
              <a:t>saja</a:t>
            </a:r>
            <a:r>
              <a:rPr lang="en-US" sz="1100" b="0" dirty="0"/>
              <a:t> </a:t>
            </a:r>
            <a:r>
              <a:rPr lang="en-US" sz="1100" b="0" dirty="0" err="1"/>
              <a:t>kita</a:t>
            </a:r>
            <a:r>
              <a:rPr lang="en-US" sz="1100" b="0" dirty="0"/>
              <a:t> </a:t>
            </a:r>
            <a:r>
              <a:rPr lang="en-US" sz="1100" b="0" dirty="0" err="1"/>
              <a:t>praktikkan</a:t>
            </a:r>
            <a:r>
              <a:rPr lang="en-US" sz="1100" b="0" dirty="0"/>
              <a:t>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1" dirty="0"/>
              <a:t>(Live Code: Reset)</a:t>
            </a:r>
          </a:p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49427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 err="1"/>
              <a:t>Melanjuti</a:t>
            </a:r>
            <a:r>
              <a:rPr lang="en-US" sz="1400" dirty="0"/>
              <a:t> </a:t>
            </a:r>
            <a:r>
              <a:rPr lang="en-US" sz="1400" dirty="0" err="1"/>
              <a:t>sesi</a:t>
            </a:r>
            <a:r>
              <a:rPr lang="en-US" sz="1400" dirty="0"/>
              <a:t> </a:t>
            </a:r>
            <a:r>
              <a:rPr lang="en-US" sz="1400" dirty="0" err="1"/>
              <a:t>materi</a:t>
            </a:r>
            <a:r>
              <a:rPr lang="en-US" sz="1400" dirty="0"/>
              <a:t> Git,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 err="1"/>
              <a:t>Sekarang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membahas</a:t>
            </a:r>
            <a:r>
              <a:rPr lang="en-US" sz="1400" dirty="0"/>
              <a:t> </a:t>
            </a:r>
            <a:r>
              <a:rPr lang="en-US" sz="1400" dirty="0" err="1"/>
              <a:t>mengenai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 branch pada git.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3303574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96b2f0a949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g96b2f0a949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err="1"/>
              <a:t>Saat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mengerjakan</a:t>
            </a:r>
            <a:r>
              <a:rPr lang="en-US" sz="1400" dirty="0"/>
              <a:t> </a:t>
            </a:r>
            <a:r>
              <a:rPr lang="en-US" sz="1400" dirty="0" err="1"/>
              <a:t>suatu</a:t>
            </a:r>
            <a:r>
              <a:rPr lang="en-US" sz="1400" dirty="0"/>
              <a:t> project, </a:t>
            </a:r>
            <a:r>
              <a:rPr lang="en-US" sz="1400" dirty="0" err="1"/>
              <a:t>biasanya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melakukan</a:t>
            </a:r>
            <a:r>
              <a:rPr lang="en-US" sz="1400" dirty="0"/>
              <a:t> </a:t>
            </a:r>
            <a:r>
              <a:rPr lang="en-US" sz="1400" dirty="0" err="1"/>
              <a:t>banyak</a:t>
            </a:r>
            <a:r>
              <a:rPr lang="en-US" sz="1400" dirty="0"/>
              <a:t> commit. Mari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katakan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dirty="0" err="1"/>
              <a:t>misalnya</a:t>
            </a:r>
            <a:r>
              <a:rPr lang="en-US" sz="1400" dirty="0"/>
              <a:t> </a:t>
            </a:r>
            <a:r>
              <a:rPr lang="en-US" sz="1400" dirty="0" err="1"/>
              <a:t>saja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membuat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buah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membutuhkan</a:t>
            </a:r>
            <a:r>
              <a:rPr lang="en-US" sz="1400" dirty="0"/>
              <a:t> paling </a:t>
            </a:r>
            <a:r>
              <a:rPr lang="en-US" sz="1400" dirty="0" err="1"/>
              <a:t>tidak</a:t>
            </a:r>
            <a:r>
              <a:rPr lang="en-US" sz="1400" dirty="0"/>
              <a:t> 5 kali commit. </a:t>
            </a:r>
            <a:r>
              <a:rPr lang="en-US" sz="1400" dirty="0" err="1"/>
              <a:t>Kemudian</a:t>
            </a:r>
            <a:r>
              <a:rPr lang="en-US" sz="1400" dirty="0"/>
              <a:t> </a:t>
            </a:r>
            <a:r>
              <a:rPr lang="en-US" sz="1400" dirty="0" err="1"/>
              <a:t>andaikan</a:t>
            </a:r>
            <a:r>
              <a:rPr lang="en-US" sz="1400" dirty="0"/>
              <a:t> </a:t>
            </a:r>
            <a:r>
              <a:rPr lang="en-US" sz="1400" dirty="0" err="1"/>
              <a:t>setelah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merilis</a:t>
            </a:r>
            <a:r>
              <a:rPr lang="en-US" sz="1400" dirty="0"/>
              <a:t> </a:t>
            </a:r>
            <a:r>
              <a:rPr lang="en-US" sz="1400" dirty="0" err="1"/>
              <a:t>versi</a:t>
            </a:r>
            <a:r>
              <a:rPr lang="en-US" sz="1400" dirty="0"/>
              <a:t> 1 </a:t>
            </a:r>
            <a:r>
              <a:rPr lang="en-US" sz="1400" dirty="0" err="1"/>
              <a:t>dari</a:t>
            </a:r>
            <a:r>
              <a:rPr lang="en-US" sz="1400" dirty="0"/>
              <a:t> project </a:t>
            </a:r>
            <a:r>
              <a:rPr lang="en-US" sz="1400" dirty="0" err="1"/>
              <a:t>kita</a:t>
            </a:r>
            <a:r>
              <a:rPr lang="en-US" sz="1400" dirty="0"/>
              <a:t>,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berencana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menambah</a:t>
            </a:r>
            <a:r>
              <a:rPr lang="en-US" sz="1400" dirty="0"/>
              <a:t> 2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baru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ada</a:t>
            </a:r>
            <a:r>
              <a:rPr lang="en-US" sz="1400" dirty="0"/>
              <a:t> pada </a:t>
            </a:r>
            <a:r>
              <a:rPr lang="en-US" sz="1400" dirty="0" err="1"/>
              <a:t>rilis</a:t>
            </a:r>
            <a:r>
              <a:rPr lang="en-US" sz="1400" dirty="0"/>
              <a:t> </a:t>
            </a:r>
            <a:r>
              <a:rPr lang="en-US" sz="1400" dirty="0" err="1"/>
              <a:t>versi</a:t>
            </a:r>
            <a:r>
              <a:rPr lang="en-US" sz="1400" dirty="0"/>
              <a:t> </a:t>
            </a:r>
            <a:r>
              <a:rPr lang="en-US" sz="1400" dirty="0" err="1"/>
              <a:t>berikutnya</a:t>
            </a:r>
            <a:r>
              <a:rPr lang="en-US" sz="1400" dirty="0"/>
              <a:t> </a:t>
            </a:r>
            <a:r>
              <a:rPr lang="en-US" sz="1400" dirty="0" err="1"/>
              <a:t>yaitu</a:t>
            </a:r>
            <a:r>
              <a:rPr lang="en-US" sz="1400" dirty="0"/>
              <a:t> </a:t>
            </a:r>
            <a:r>
              <a:rPr lang="en-US" sz="1400" dirty="0" err="1"/>
              <a:t>versi</a:t>
            </a:r>
            <a:r>
              <a:rPr lang="en-US" sz="1400" dirty="0"/>
              <a:t> 2, </a:t>
            </a:r>
            <a:r>
              <a:rPr lang="en-US" sz="1400" dirty="0" err="1"/>
              <a:t>berarti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paling </a:t>
            </a:r>
            <a:r>
              <a:rPr lang="en-US" sz="1400" dirty="0" err="1"/>
              <a:t>tidak</a:t>
            </a:r>
            <a:r>
              <a:rPr lang="en-US" sz="1400" dirty="0"/>
              <a:t> 10 commit </a:t>
            </a:r>
            <a:r>
              <a:rPr lang="en-US" sz="1400" dirty="0" err="1"/>
              <a:t>tambahan</a:t>
            </a:r>
            <a:r>
              <a:rPr lang="en-US" sz="1400" dirty="0"/>
              <a:t>. Lalu </a:t>
            </a:r>
            <a:r>
              <a:rPr lang="en-US" sz="1400" dirty="0" err="1"/>
              <a:t>andaikan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sini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berniat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menambahkan</a:t>
            </a:r>
            <a:r>
              <a:rPr lang="en-US" sz="1400" dirty="0"/>
              <a:t> 3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baru</a:t>
            </a:r>
            <a:r>
              <a:rPr lang="en-US" sz="1400" dirty="0"/>
              <a:t> </a:t>
            </a:r>
            <a:r>
              <a:rPr lang="en-US" sz="1400" dirty="0" err="1"/>
              <a:t>lagi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rilis</a:t>
            </a:r>
            <a:r>
              <a:rPr lang="en-US" sz="1400" dirty="0"/>
              <a:t> pada </a:t>
            </a:r>
            <a:r>
              <a:rPr lang="en-US" sz="1400" dirty="0" err="1"/>
              <a:t>versi</a:t>
            </a:r>
            <a:r>
              <a:rPr lang="en-US" sz="1400" dirty="0"/>
              <a:t> 3, </a:t>
            </a:r>
            <a:r>
              <a:rPr lang="en-US" sz="1400" dirty="0" err="1"/>
              <a:t>berarti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menambah</a:t>
            </a:r>
            <a:r>
              <a:rPr lang="en-US" sz="1400" dirty="0"/>
              <a:t> 15 commit </a:t>
            </a:r>
            <a:r>
              <a:rPr lang="en-US" sz="1400" dirty="0" err="1"/>
              <a:t>baru</a:t>
            </a:r>
            <a:r>
              <a:rPr lang="en-US" sz="1400" dirty="0"/>
              <a:t> </a:t>
            </a:r>
            <a:r>
              <a:rPr lang="en-US" sz="1400" dirty="0" err="1"/>
              <a:t>sehingga</a:t>
            </a:r>
            <a:r>
              <a:rPr lang="en-US" sz="1400" dirty="0"/>
              <a:t> total commit yang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miliki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mencapai</a:t>
            </a:r>
            <a:r>
              <a:rPr lang="en-US" sz="1400" dirty="0"/>
              <a:t> 25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sampai</a:t>
            </a:r>
            <a:r>
              <a:rPr lang="en-US" sz="1400" dirty="0"/>
              <a:t> pada </a:t>
            </a:r>
            <a:r>
              <a:rPr lang="en-US" sz="1400" dirty="0" err="1"/>
              <a:t>versi</a:t>
            </a:r>
            <a:r>
              <a:rPr lang="en-US" sz="1400" dirty="0"/>
              <a:t> 3.</a:t>
            </a:r>
            <a:endParaRPr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 err="1"/>
              <a:t>Terlalu</a:t>
            </a:r>
            <a:r>
              <a:rPr lang="en-US" sz="1400" dirty="0"/>
              <a:t> </a:t>
            </a:r>
            <a:r>
              <a:rPr lang="en-US" sz="1400" dirty="0" err="1"/>
              <a:t>banyak</a:t>
            </a:r>
            <a:r>
              <a:rPr lang="en-US" sz="1400" dirty="0"/>
              <a:t> commit yang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miliki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kesulitan</a:t>
            </a:r>
            <a:r>
              <a:rPr lang="en-US" sz="1400" dirty="0"/>
              <a:t> </a:t>
            </a:r>
            <a:r>
              <a:rPr lang="en-US" sz="1400" dirty="0" err="1"/>
              <a:t>baru</a:t>
            </a:r>
            <a:r>
              <a:rPr lang="en-US" sz="1400" dirty="0"/>
              <a:t> </a:t>
            </a:r>
            <a:r>
              <a:rPr lang="en-US" sz="1400" dirty="0" err="1"/>
              <a:t>ketika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ingin</a:t>
            </a:r>
            <a:r>
              <a:rPr lang="en-US" sz="1400" dirty="0"/>
              <a:t> </a:t>
            </a:r>
            <a:r>
              <a:rPr lang="en-US" sz="1400" dirty="0" err="1"/>
              <a:t>melihat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belakang</a:t>
            </a:r>
            <a:r>
              <a:rPr lang="en-US" sz="1400" dirty="0"/>
              <a:t>, </a:t>
            </a:r>
            <a:r>
              <a:rPr lang="en-US" sz="1400" dirty="0" err="1"/>
              <a:t>yaitu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versi</a:t>
            </a:r>
            <a:r>
              <a:rPr lang="en-US" sz="1400" dirty="0"/>
              <a:t> </a:t>
            </a:r>
            <a:r>
              <a:rPr lang="en-US" sz="1400" dirty="0" err="1"/>
              <a:t>sebelumnya</a:t>
            </a:r>
            <a:r>
              <a:rPr lang="en-US" sz="1400" dirty="0"/>
              <a:t>. </a:t>
            </a:r>
            <a:r>
              <a:rPr lang="en-US" sz="1400" dirty="0" err="1"/>
              <a:t>Andaikan</a:t>
            </a:r>
            <a:r>
              <a:rPr lang="en-US" sz="1400" dirty="0"/>
              <a:t> </a:t>
            </a:r>
            <a:r>
              <a:rPr lang="en-US" sz="1400" dirty="0" err="1"/>
              <a:t>sekarang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berada</a:t>
            </a:r>
            <a:r>
              <a:rPr lang="en-US" sz="1400" dirty="0"/>
              <a:t> pada </a:t>
            </a:r>
            <a:r>
              <a:rPr lang="en-US" sz="1400" dirty="0" err="1"/>
              <a:t>versi</a:t>
            </a:r>
            <a:r>
              <a:rPr lang="en-US" sz="1400" dirty="0"/>
              <a:t> 3, dan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ingin</a:t>
            </a:r>
            <a:r>
              <a:rPr lang="en-US" sz="1400" dirty="0"/>
              <a:t> </a:t>
            </a:r>
            <a:r>
              <a:rPr lang="en-US" sz="1400" dirty="0" err="1"/>
              <a:t>kembali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versi</a:t>
            </a:r>
            <a:r>
              <a:rPr lang="en-US" sz="1400" dirty="0"/>
              <a:t> 2 </a:t>
            </a:r>
            <a:r>
              <a:rPr lang="en-US" sz="1400" dirty="0" err="1"/>
              <a:t>maka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mundur</a:t>
            </a:r>
            <a:r>
              <a:rPr lang="en-US" sz="1400" dirty="0"/>
              <a:t> paling </a:t>
            </a:r>
            <a:r>
              <a:rPr lang="en-US" sz="1400" dirty="0" err="1"/>
              <a:t>tidak</a:t>
            </a:r>
            <a:r>
              <a:rPr lang="en-US" sz="1400" dirty="0"/>
              <a:t> 15 commit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belakang</a:t>
            </a:r>
            <a:r>
              <a:rPr lang="en-US" sz="1400" dirty="0"/>
              <a:t> dan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membutuhkan</a:t>
            </a:r>
            <a:r>
              <a:rPr lang="en-US" sz="1400" dirty="0"/>
              <a:t> </a:t>
            </a:r>
            <a:r>
              <a:rPr lang="en-US" sz="1400" dirty="0" err="1"/>
              <a:t>waktu</a:t>
            </a:r>
            <a:r>
              <a:rPr lang="en-US" sz="1400" dirty="0"/>
              <a:t> </a:t>
            </a:r>
            <a:r>
              <a:rPr lang="en-US" sz="1400" dirty="0" err="1"/>
              <a:t>saat</a:t>
            </a:r>
            <a:r>
              <a:rPr lang="en-US" sz="1400" dirty="0"/>
              <a:t> </a:t>
            </a:r>
            <a:r>
              <a:rPr lang="en-US" sz="1400" dirty="0" err="1"/>
              <a:t>melakukan</a:t>
            </a:r>
            <a:r>
              <a:rPr lang="en-US" sz="1400" dirty="0"/>
              <a:t> </a:t>
            </a:r>
            <a:r>
              <a:rPr lang="en-US" sz="1400" dirty="0" err="1"/>
              <a:t>perintah</a:t>
            </a:r>
            <a:r>
              <a:rPr lang="en-US" sz="1400" dirty="0"/>
              <a:t> git log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menemukan</a:t>
            </a:r>
            <a:r>
              <a:rPr lang="en-US" sz="1400" dirty="0"/>
              <a:t> commit id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versi</a:t>
            </a:r>
            <a:r>
              <a:rPr lang="en-US" sz="1400" dirty="0"/>
              <a:t> </a:t>
            </a:r>
            <a:r>
              <a:rPr lang="en-US" sz="1400" dirty="0" err="1"/>
              <a:t>sebelumnya</a:t>
            </a:r>
            <a:r>
              <a:rPr lang="en-US" sz="1400" dirty="0"/>
              <a:t>.</a:t>
            </a:r>
            <a:endParaRPr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96b2f0a949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g96b2f0a949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Agar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rapih</a:t>
            </a:r>
            <a:r>
              <a:rPr lang="en-US" sz="1400" dirty="0"/>
              <a:t>,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ingin</a:t>
            </a:r>
            <a:r>
              <a:rPr lang="en-US" sz="1400" dirty="0"/>
              <a:t> </a:t>
            </a:r>
            <a:r>
              <a:rPr lang="en-US" sz="1400" dirty="0" err="1"/>
              <a:t>mengurangi</a:t>
            </a:r>
            <a:r>
              <a:rPr lang="en-US" sz="1400" dirty="0"/>
              <a:t> </a:t>
            </a:r>
            <a:r>
              <a:rPr lang="en-US" sz="1400" dirty="0" err="1"/>
              <a:t>jumlah</a:t>
            </a:r>
            <a:r>
              <a:rPr lang="en-US" sz="1400" dirty="0"/>
              <a:t> commit yang </a:t>
            </a:r>
            <a:r>
              <a:rPr lang="en-US" sz="1400" dirty="0" err="1"/>
              <a:t>ada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cara</a:t>
            </a:r>
            <a:r>
              <a:rPr lang="en-US" sz="1400" dirty="0"/>
              <a:t> </a:t>
            </a:r>
            <a:r>
              <a:rPr lang="en-US" sz="1400" dirty="0" err="1"/>
              <a:t>setiap</a:t>
            </a:r>
            <a:r>
              <a:rPr lang="en-US" sz="1400" dirty="0"/>
              <a:t> </a:t>
            </a:r>
            <a:r>
              <a:rPr lang="en-US" sz="1400" dirty="0" err="1"/>
              <a:t>adanya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 yang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tambahkan</a:t>
            </a:r>
            <a:r>
              <a:rPr lang="en-US" sz="1400" dirty="0"/>
              <a:t>, commit yang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tambahkan</a:t>
            </a:r>
            <a:r>
              <a:rPr lang="en-US" sz="1400" dirty="0"/>
              <a:t> juga </a:t>
            </a:r>
            <a:r>
              <a:rPr lang="en-US" sz="1400" dirty="0" err="1"/>
              <a:t>hanya</a:t>
            </a:r>
            <a:r>
              <a:rPr lang="en-US" sz="1400" dirty="0"/>
              <a:t> 1 </a:t>
            </a:r>
            <a:r>
              <a:rPr lang="en-US" sz="1400" dirty="0" err="1"/>
              <a:t>saja</a:t>
            </a:r>
            <a:r>
              <a:rPr lang="en-US" sz="1400" dirty="0"/>
              <a:t>. Kembali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contoh</a:t>
            </a:r>
            <a:r>
              <a:rPr lang="en-US" sz="1400" dirty="0"/>
              <a:t> </a:t>
            </a:r>
            <a:r>
              <a:rPr lang="en-US" sz="1400" dirty="0" err="1"/>
              <a:t>sebelumnya</a:t>
            </a:r>
            <a:r>
              <a:rPr lang="en-US" sz="1400" dirty="0"/>
              <a:t>, </a:t>
            </a:r>
            <a:r>
              <a:rPr lang="en-US" sz="1400" dirty="0" err="1"/>
              <a:t>bila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versi</a:t>
            </a:r>
            <a:r>
              <a:rPr lang="en-US" sz="1400" dirty="0"/>
              <a:t> 1 </a:t>
            </a:r>
            <a:r>
              <a:rPr lang="en-US" sz="1400" dirty="0" err="1"/>
              <a:t>menuju</a:t>
            </a:r>
            <a:r>
              <a:rPr lang="en-US" sz="1400" dirty="0"/>
              <a:t> 2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bertambah</a:t>
            </a:r>
            <a:r>
              <a:rPr lang="en-US" sz="1400" dirty="0"/>
              <a:t> </a:t>
            </a:r>
            <a:r>
              <a:rPr lang="en-US" sz="1400" dirty="0" err="1"/>
              <a:t>dua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, </a:t>
            </a:r>
            <a:r>
              <a:rPr lang="en-US" sz="1400" dirty="0" err="1"/>
              <a:t>maka</a:t>
            </a:r>
            <a:r>
              <a:rPr lang="en-US" sz="1400" dirty="0"/>
              <a:t> commit yang </a:t>
            </a:r>
            <a:r>
              <a:rPr lang="en-US" sz="1400" dirty="0" err="1"/>
              <a:t>ditambahkan</a:t>
            </a:r>
            <a:r>
              <a:rPr lang="en-US" sz="1400" dirty="0"/>
              <a:t> </a:t>
            </a:r>
            <a:r>
              <a:rPr lang="en-US" sz="1400" dirty="0" err="1"/>
              <a:t>jadi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 2 </a:t>
            </a:r>
            <a:r>
              <a:rPr lang="en-US" sz="1400" dirty="0" err="1"/>
              <a:t>saja</a:t>
            </a:r>
            <a:r>
              <a:rPr lang="en-US" sz="1400" dirty="0"/>
              <a:t>, </a:t>
            </a:r>
            <a:r>
              <a:rPr lang="en-US" sz="1400" dirty="0" err="1"/>
              <a:t>lalu</a:t>
            </a:r>
            <a:r>
              <a:rPr lang="en-US" sz="1400" dirty="0"/>
              <a:t> </a:t>
            </a:r>
            <a:r>
              <a:rPr lang="en-US" sz="1400" dirty="0" err="1"/>
              <a:t>bila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 </a:t>
            </a:r>
            <a:r>
              <a:rPr lang="en-US" sz="1400" dirty="0" err="1"/>
              <a:t>mencapai</a:t>
            </a:r>
            <a:r>
              <a:rPr lang="en-US" sz="1400" dirty="0"/>
              <a:t> </a:t>
            </a:r>
            <a:r>
              <a:rPr lang="en-US" sz="1400" dirty="0" err="1"/>
              <a:t>versi</a:t>
            </a:r>
            <a:r>
              <a:rPr lang="en-US" sz="1400" dirty="0"/>
              <a:t> 3 </a:t>
            </a:r>
            <a:r>
              <a:rPr lang="en-US" sz="1400" dirty="0" err="1"/>
              <a:t>membutuhkan</a:t>
            </a:r>
            <a:r>
              <a:rPr lang="en-US" sz="1400" dirty="0"/>
              <a:t> 3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baru</a:t>
            </a:r>
            <a:r>
              <a:rPr lang="en-US" sz="1400" dirty="0"/>
              <a:t>, </a:t>
            </a:r>
            <a:r>
              <a:rPr lang="en-US" sz="1400" dirty="0" err="1"/>
              <a:t>maka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 </a:t>
            </a:r>
            <a:r>
              <a:rPr lang="en-US" sz="1400" dirty="0" err="1"/>
              <a:t>perlu</a:t>
            </a:r>
            <a:r>
              <a:rPr lang="en-US" sz="1400" dirty="0"/>
              <a:t> </a:t>
            </a:r>
            <a:r>
              <a:rPr lang="en-US" sz="1400" dirty="0" err="1"/>
              <a:t>menambahkan</a:t>
            </a:r>
            <a:r>
              <a:rPr lang="en-US" sz="1400" dirty="0"/>
              <a:t> 3 commit </a:t>
            </a:r>
            <a:r>
              <a:rPr lang="en-US" sz="1400" dirty="0" err="1"/>
              <a:t>baru</a:t>
            </a:r>
            <a:r>
              <a:rPr lang="en-US" sz="1400" dirty="0"/>
              <a:t> </a:t>
            </a:r>
            <a:r>
              <a:rPr lang="en-US" sz="1400" dirty="0" err="1"/>
              <a:t>saja</a:t>
            </a:r>
            <a:r>
              <a:rPr lang="en-US" sz="1400" dirty="0"/>
              <a:t>, </a:t>
            </a:r>
            <a:r>
              <a:rPr lang="en-US" sz="1400" dirty="0" err="1"/>
              <a:t>karena</a:t>
            </a:r>
            <a:r>
              <a:rPr lang="en-US" sz="1400" dirty="0"/>
              <a:t> kali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commit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.  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Cara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menghemat</a:t>
            </a:r>
            <a:r>
              <a:rPr lang="en-US" sz="1400" dirty="0"/>
              <a:t> space, dan juga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membuat</a:t>
            </a:r>
            <a:r>
              <a:rPr lang="en-US" sz="1400" dirty="0"/>
              <a:t> git repository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jadi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mudah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di maintain. Karena </a:t>
            </a:r>
            <a:r>
              <a:rPr lang="en-US" sz="1400" dirty="0" err="1"/>
              <a:t>sekarang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 </a:t>
            </a:r>
            <a:r>
              <a:rPr lang="en-US" sz="1400" dirty="0" err="1"/>
              <a:t>membutuhkan</a:t>
            </a:r>
            <a:r>
              <a:rPr lang="en-US" sz="1400" dirty="0"/>
              <a:t> 5 commit </a:t>
            </a:r>
            <a:r>
              <a:rPr lang="en-US" sz="1400" dirty="0" err="1"/>
              <a:t>baru</a:t>
            </a:r>
            <a:r>
              <a:rPr lang="en-US" sz="1400" dirty="0"/>
              <a:t> </a:t>
            </a:r>
            <a:r>
              <a:rPr lang="en-US" sz="1400" dirty="0" err="1"/>
              <a:t>saja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kasus</a:t>
            </a:r>
            <a:r>
              <a:rPr lang="en-US" sz="1400" dirty="0"/>
              <a:t> yang </a:t>
            </a:r>
            <a:r>
              <a:rPr lang="en-US" sz="1400" dirty="0" err="1"/>
              <a:t>sama</a:t>
            </a:r>
            <a:r>
              <a:rPr lang="en-US" sz="1400" dirty="0"/>
              <a:t>, yang </a:t>
            </a:r>
            <a:r>
              <a:rPr lang="en-US" sz="1400" dirty="0" err="1"/>
              <a:t>jika</a:t>
            </a:r>
            <a:r>
              <a:rPr lang="en-US" sz="1400" dirty="0"/>
              <a:t> </a:t>
            </a:r>
            <a:r>
              <a:rPr lang="en-US" sz="1400" dirty="0" err="1"/>
              <a:t>sebelumnya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membutuhkan</a:t>
            </a:r>
            <a:r>
              <a:rPr lang="en-US" sz="1400" dirty="0"/>
              <a:t> </a:t>
            </a:r>
            <a:r>
              <a:rPr lang="en-US" sz="1400" dirty="0" err="1"/>
              <a:t>hingga</a:t>
            </a:r>
            <a:r>
              <a:rPr lang="en-US" sz="1400" dirty="0"/>
              <a:t> 25 commit. 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dirty="0"/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 err="1"/>
              <a:t>Tetapi</a:t>
            </a:r>
            <a:r>
              <a:rPr lang="en-US" sz="1400" dirty="0"/>
              <a:t> </a:t>
            </a:r>
            <a:r>
              <a:rPr lang="en-US" sz="1400" dirty="0" err="1"/>
              <a:t>sekarang</a:t>
            </a:r>
            <a:r>
              <a:rPr lang="en-US" sz="1400" dirty="0"/>
              <a:t> </a:t>
            </a:r>
            <a:r>
              <a:rPr lang="en-US" sz="1400" dirty="0" err="1"/>
              <a:t>pertanyaannya</a:t>
            </a:r>
            <a:r>
              <a:rPr lang="en-US" sz="1400" dirty="0"/>
              <a:t>, </a:t>
            </a:r>
            <a:r>
              <a:rPr lang="en-US" sz="1400" dirty="0" err="1"/>
              <a:t>bagaimana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membuat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commit </a:t>
            </a:r>
            <a:r>
              <a:rPr lang="en-US" sz="1400" dirty="0" err="1"/>
              <a:t>saja</a:t>
            </a:r>
            <a:r>
              <a:rPr lang="en-US" sz="1400" dirty="0"/>
              <a:t>? Jika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memakan</a:t>
            </a:r>
            <a:r>
              <a:rPr lang="en-US" sz="1400" dirty="0"/>
              <a:t> </a:t>
            </a:r>
            <a:r>
              <a:rPr lang="en-US" sz="1400" dirty="0" err="1"/>
              <a:t>waktu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bulan</a:t>
            </a:r>
            <a:r>
              <a:rPr lang="en-US" sz="1400" dirty="0"/>
              <a:t>,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mungkin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bulan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boleh</a:t>
            </a:r>
            <a:r>
              <a:rPr lang="en-US" sz="1400" dirty="0"/>
              <a:t> </a:t>
            </a:r>
            <a:r>
              <a:rPr lang="en-US" sz="1400" dirty="0" err="1"/>
              <a:t>melakukan</a:t>
            </a:r>
            <a:r>
              <a:rPr lang="en-US" sz="1400" dirty="0"/>
              <a:t> commit </a:t>
            </a:r>
            <a:r>
              <a:rPr lang="en-US" sz="1400" dirty="0" err="1"/>
              <a:t>satu</a:t>
            </a:r>
            <a:r>
              <a:rPr lang="en-US" sz="1400" dirty="0"/>
              <a:t> pun, </a:t>
            </a:r>
            <a:r>
              <a:rPr lang="en-US" sz="1400" dirty="0" err="1"/>
              <a:t>sedangkan</a:t>
            </a:r>
            <a:r>
              <a:rPr lang="en-US" sz="1400" dirty="0"/>
              <a:t> </a:t>
            </a:r>
            <a:r>
              <a:rPr lang="en-US" sz="1400" dirty="0" err="1"/>
              <a:t>resiko</a:t>
            </a:r>
            <a:r>
              <a:rPr lang="en-US" sz="1400" dirty="0"/>
              <a:t> project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rusak</a:t>
            </a:r>
            <a:r>
              <a:rPr lang="en-US" sz="1400" dirty="0"/>
              <a:t> </a:t>
            </a:r>
            <a:r>
              <a:rPr lang="en-US" sz="1400" dirty="0" err="1"/>
              <a:t>saat</a:t>
            </a:r>
            <a:r>
              <a:rPr lang="en-US" sz="1400" dirty="0"/>
              <a:t> masa </a:t>
            </a:r>
            <a:r>
              <a:rPr lang="en-US" sz="1400" dirty="0" err="1"/>
              <a:t>pengerjaan</a:t>
            </a:r>
            <a:r>
              <a:rPr lang="en-US" sz="1400" dirty="0"/>
              <a:t> </a:t>
            </a:r>
            <a:r>
              <a:rPr lang="en-US" sz="1400" dirty="0" err="1"/>
              <a:t>itu</a:t>
            </a:r>
            <a:r>
              <a:rPr lang="en-US" sz="1400" dirty="0"/>
              <a:t> </a:t>
            </a:r>
            <a:r>
              <a:rPr lang="en-US" sz="1400" dirty="0" err="1"/>
              <a:t>mungkin</a:t>
            </a:r>
            <a:r>
              <a:rPr lang="en-US" sz="1400" dirty="0"/>
              <a:t> </a:t>
            </a:r>
            <a:r>
              <a:rPr lang="en-US" sz="1400" dirty="0" err="1"/>
              <a:t>terjadi</a:t>
            </a:r>
            <a:r>
              <a:rPr lang="en-US" sz="1400" dirty="0"/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endParaRPr lang="en-US" sz="1400" dirty="0"/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/>
              <a:t>Jadi </a:t>
            </a:r>
            <a:r>
              <a:rPr lang="en-US" sz="1400" dirty="0" err="1"/>
              <a:t>bagaimana</a:t>
            </a:r>
            <a:r>
              <a:rPr lang="en-US" sz="1400" dirty="0"/>
              <a:t> </a:t>
            </a:r>
            <a:r>
              <a:rPr lang="en-US" sz="1400" dirty="0" err="1"/>
              <a:t>solusinya</a:t>
            </a:r>
            <a:r>
              <a:rPr lang="en-US" sz="1400" dirty="0"/>
              <a:t>?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96b2f0a949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g96b2f0a949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 err="1"/>
              <a:t>Sebelum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membahas</a:t>
            </a:r>
            <a:r>
              <a:rPr lang="en-US" sz="1400" dirty="0"/>
              <a:t> </a:t>
            </a:r>
            <a:r>
              <a:rPr lang="en-US" sz="1400" dirty="0" err="1"/>
              <a:t>solusinya</a:t>
            </a:r>
            <a:r>
              <a:rPr lang="en-US" sz="1400" dirty="0"/>
              <a:t>, </a:t>
            </a:r>
            <a:r>
              <a:rPr lang="en-US" sz="1400" dirty="0" err="1"/>
              <a:t>terlebih</a:t>
            </a:r>
            <a:r>
              <a:rPr lang="en-US" sz="1400" dirty="0"/>
              <a:t> </a:t>
            </a:r>
            <a:r>
              <a:rPr lang="en-US" sz="1400" dirty="0" err="1"/>
              <a:t>dahulu</a:t>
            </a:r>
            <a:r>
              <a:rPr lang="en-US" sz="1400" dirty="0"/>
              <a:t> </a:t>
            </a:r>
            <a:r>
              <a:rPr lang="en-US" sz="1400" dirty="0" err="1"/>
              <a:t>teman-teman</a:t>
            </a:r>
            <a:r>
              <a:rPr lang="en-US" sz="1400" dirty="0"/>
              <a:t> </a:t>
            </a:r>
            <a:r>
              <a:rPr lang="en-US" sz="1400" dirty="0" err="1"/>
              <a:t>harus</a:t>
            </a:r>
            <a:r>
              <a:rPr lang="en-US" sz="1400" dirty="0"/>
              <a:t> </a:t>
            </a:r>
            <a:r>
              <a:rPr lang="en-US" sz="1400" dirty="0" err="1"/>
              <a:t>mengetahui</a:t>
            </a:r>
            <a:r>
              <a:rPr lang="en-US" sz="1400" dirty="0"/>
              <a:t> </a:t>
            </a:r>
            <a:r>
              <a:rPr lang="en-US" sz="1400" dirty="0" err="1"/>
              <a:t>apa</a:t>
            </a:r>
            <a:r>
              <a:rPr lang="en-US" sz="1400" dirty="0"/>
              <a:t> </a:t>
            </a:r>
            <a:r>
              <a:rPr lang="en-US" sz="1400" dirty="0" err="1"/>
              <a:t>itu</a:t>
            </a:r>
            <a:r>
              <a:rPr lang="en-US" sz="1400" dirty="0"/>
              <a:t> yang </a:t>
            </a:r>
            <a:r>
              <a:rPr lang="en-US" sz="1400" dirty="0" err="1"/>
              <a:t>namanya</a:t>
            </a:r>
            <a:r>
              <a:rPr lang="en-US" sz="1400" dirty="0"/>
              <a:t> master branch.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endParaRPr lang="en-US" sz="1400" dirty="0"/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/>
              <a:t>Master branch </a:t>
            </a:r>
            <a:r>
              <a:rPr lang="en-US" sz="1400" dirty="0" err="1"/>
              <a:t>adalah</a:t>
            </a:r>
            <a:r>
              <a:rPr lang="en-US" sz="1400" dirty="0"/>
              <a:t> garis/</a:t>
            </a:r>
            <a:r>
              <a:rPr lang="en-US" sz="1400" dirty="0" err="1"/>
              <a:t>cabang</a:t>
            </a:r>
            <a:r>
              <a:rPr lang="en-US" sz="1400" dirty="0"/>
              <a:t> </a:t>
            </a:r>
            <a:r>
              <a:rPr lang="en-US" sz="1400" dirty="0" err="1"/>
              <a:t>utama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project yang </a:t>
            </a:r>
            <a:r>
              <a:rPr lang="en-US" sz="1400" dirty="0" err="1"/>
              <a:t>sedang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kerjakan</a:t>
            </a:r>
            <a:r>
              <a:rPr lang="en-US" sz="1400" dirty="0"/>
              <a:t>. Jadi </a:t>
            </a:r>
            <a:r>
              <a:rPr lang="en-US" sz="1400" dirty="0" err="1"/>
              <a:t>selama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seluruh</a:t>
            </a:r>
            <a:r>
              <a:rPr lang="en-US" sz="1400" dirty="0"/>
              <a:t> commit yang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lakukan</a:t>
            </a:r>
            <a:r>
              <a:rPr lang="en-US" sz="1400" dirty="0"/>
              <a:t> </a:t>
            </a:r>
            <a:r>
              <a:rPr lang="en-US" sz="1400" dirty="0" err="1"/>
              <a:t>terjadi</a:t>
            </a:r>
            <a:r>
              <a:rPr lang="en-US" sz="1400" dirty="0"/>
              <a:t> pada master branch </a:t>
            </a:r>
            <a:r>
              <a:rPr lang="en-US" sz="1400" dirty="0" err="1"/>
              <a:t>ini</a:t>
            </a:r>
            <a:r>
              <a:rPr lang="en-US" sz="1400" dirty="0"/>
              <a:t>. Dan </a:t>
            </a:r>
            <a:r>
              <a:rPr lang="en-US" sz="1400" dirty="0" err="1"/>
              <a:t>sekarang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ingin</a:t>
            </a:r>
            <a:r>
              <a:rPr lang="en-US" sz="1400" dirty="0"/>
              <a:t> master branch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mencatat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commit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setiap</a:t>
            </a:r>
            <a:r>
              <a:rPr lang="en-US" sz="1400" dirty="0"/>
              <a:t> </a:t>
            </a:r>
            <a:r>
              <a:rPr lang="en-US" sz="1400" dirty="0" err="1"/>
              <a:t>fiturnya</a:t>
            </a:r>
            <a:r>
              <a:rPr lang="en-US" sz="1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093586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96b2f0a949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g96b2f0a949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 err="1"/>
              <a:t>Maka</a:t>
            </a:r>
            <a:r>
              <a:rPr lang="en-US" sz="1400" dirty="0"/>
              <a:t> </a:t>
            </a:r>
            <a:r>
              <a:rPr lang="en-US" sz="1400" dirty="0" err="1"/>
              <a:t>solusinya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setiap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mau</a:t>
            </a:r>
            <a:r>
              <a:rPr lang="en-US" sz="1400" dirty="0"/>
              <a:t> </a:t>
            </a:r>
            <a:r>
              <a:rPr lang="en-US" sz="1400" dirty="0" err="1"/>
              <a:t>mengerjakan</a:t>
            </a:r>
            <a:r>
              <a:rPr lang="en-US" sz="1400" dirty="0"/>
              <a:t> </a:t>
            </a:r>
            <a:r>
              <a:rPr lang="en-US" sz="1400" dirty="0" err="1"/>
              <a:t>suatu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baru</a:t>
            </a:r>
            <a:r>
              <a:rPr lang="en-US" sz="1400" dirty="0"/>
              <a:t>,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membuat</a:t>
            </a:r>
            <a:r>
              <a:rPr lang="en-US" sz="1400" dirty="0"/>
              <a:t> branch </a:t>
            </a:r>
            <a:r>
              <a:rPr lang="en-US" sz="1400" dirty="0" err="1"/>
              <a:t>baru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menggunakan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 git branch. Dan </a:t>
            </a:r>
            <a:r>
              <a:rPr lang="en-US" sz="1400" dirty="0" err="1"/>
              <a:t>bila</a:t>
            </a:r>
            <a:r>
              <a:rPr lang="en-US" sz="1400" dirty="0"/>
              <a:t> </a:t>
            </a:r>
            <a:r>
              <a:rPr lang="en-US" sz="1400" dirty="0" err="1"/>
              <a:t>pengerjaan</a:t>
            </a:r>
            <a:r>
              <a:rPr lang="en-US" sz="1400" dirty="0"/>
              <a:t> </a:t>
            </a:r>
            <a:r>
              <a:rPr lang="en-US" sz="1400" dirty="0" err="1"/>
              <a:t>fiturnya</a:t>
            </a:r>
            <a:r>
              <a:rPr lang="en-US" sz="1400" dirty="0"/>
              <a:t>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selesai</a:t>
            </a:r>
            <a:r>
              <a:rPr lang="en-US" sz="1400" dirty="0"/>
              <a:t>, </a:t>
            </a:r>
            <a:r>
              <a:rPr lang="en-US" sz="1400" dirty="0" err="1"/>
              <a:t>baru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gabungkan</a:t>
            </a:r>
            <a:r>
              <a:rPr lang="en-US" sz="1400" dirty="0"/>
              <a:t> branch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master branch. </a:t>
            </a:r>
            <a:r>
              <a:rPr lang="en-US" sz="1400" dirty="0" err="1"/>
              <a:t>Kemudian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adanya</a:t>
            </a:r>
            <a:r>
              <a:rPr lang="en-US" sz="1400" dirty="0"/>
              <a:t> branch </a:t>
            </a:r>
            <a:r>
              <a:rPr lang="en-US" sz="1400" dirty="0" err="1"/>
              <a:t>baru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, </a:t>
            </a:r>
            <a:r>
              <a:rPr lang="en-US" sz="1400" dirty="0" err="1"/>
              <a:t>jika</a:t>
            </a:r>
            <a:r>
              <a:rPr lang="en-US" sz="1400" dirty="0"/>
              <a:t> </a:t>
            </a:r>
            <a:r>
              <a:rPr lang="en-US" sz="1400" dirty="0" err="1"/>
              <a:t>saat</a:t>
            </a:r>
            <a:r>
              <a:rPr lang="en-US" sz="1400" dirty="0"/>
              <a:t> </a:t>
            </a:r>
            <a:r>
              <a:rPr lang="en-US" sz="1400" dirty="0" err="1"/>
              <a:t>pengerjaan</a:t>
            </a:r>
            <a:r>
              <a:rPr lang="en-US" sz="1400" dirty="0"/>
              <a:t> </a:t>
            </a:r>
            <a:r>
              <a:rPr lang="en-US" sz="1400" dirty="0" err="1"/>
              <a:t>tiba</a:t>
            </a:r>
            <a:r>
              <a:rPr lang="en-US" sz="1400" dirty="0"/>
              <a:t> - </a:t>
            </a:r>
            <a:r>
              <a:rPr lang="en-US" sz="1400" dirty="0" err="1"/>
              <a:t>tiba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jadi</a:t>
            </a:r>
            <a:r>
              <a:rPr lang="en-US" sz="1400" dirty="0"/>
              <a:t> </a:t>
            </a:r>
            <a:r>
              <a:rPr lang="en-US" sz="1400" dirty="0" err="1"/>
              <a:t>diperlukan</a:t>
            </a:r>
            <a:r>
              <a:rPr lang="en-US" sz="1400" dirty="0"/>
              <a:t> </a:t>
            </a:r>
            <a:r>
              <a:rPr lang="en-US" sz="1400" dirty="0" err="1"/>
              <a:t>padahal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mengubah</a:t>
            </a:r>
            <a:r>
              <a:rPr lang="en-US" sz="1400" dirty="0"/>
              <a:t> dan </a:t>
            </a:r>
            <a:r>
              <a:rPr lang="en-US" sz="1400" dirty="0" err="1"/>
              <a:t>menambahkan</a:t>
            </a:r>
            <a:r>
              <a:rPr lang="en-US" sz="1400" dirty="0"/>
              <a:t> </a:t>
            </a:r>
            <a:r>
              <a:rPr lang="en-US" sz="1400" dirty="0" err="1"/>
              <a:t>banyak</a:t>
            </a:r>
            <a:r>
              <a:rPr lang="en-US" sz="1400" dirty="0"/>
              <a:t> </a:t>
            </a:r>
            <a:r>
              <a:rPr lang="en-US" sz="1400" dirty="0" err="1"/>
              <a:t>hal</a:t>
            </a:r>
            <a:r>
              <a:rPr lang="en-US" sz="1400" dirty="0"/>
              <a:t>,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 </a:t>
            </a:r>
            <a:r>
              <a:rPr lang="en-US" sz="1400" dirty="0" err="1"/>
              <a:t>perlu</a:t>
            </a:r>
            <a:r>
              <a:rPr lang="en-US" sz="1400" dirty="0"/>
              <a:t> </a:t>
            </a:r>
            <a:r>
              <a:rPr lang="en-US" sz="1400" dirty="0" err="1"/>
              <a:t>menghapus</a:t>
            </a:r>
            <a:r>
              <a:rPr lang="en-US" sz="1400" dirty="0"/>
              <a:t> branch </a:t>
            </a:r>
            <a:r>
              <a:rPr lang="en-US" sz="1400" dirty="0" err="1"/>
              <a:t>ini</a:t>
            </a:r>
            <a:r>
              <a:rPr lang="en-US" sz="1400" dirty="0"/>
              <a:t> dan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membuat</a:t>
            </a:r>
            <a:r>
              <a:rPr lang="en-US" sz="1400" dirty="0"/>
              <a:t> branch </a:t>
            </a:r>
            <a:r>
              <a:rPr lang="en-US" sz="1400" dirty="0" err="1"/>
              <a:t>baru</a:t>
            </a:r>
            <a:r>
              <a:rPr lang="en-US" sz="1400" dirty="0"/>
              <a:t> </a:t>
            </a:r>
            <a:r>
              <a:rPr lang="en-US" sz="1400" dirty="0" err="1"/>
              <a:t>lagi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mulai</a:t>
            </a:r>
            <a:r>
              <a:rPr lang="en-US" sz="1400" dirty="0"/>
              <a:t> </a:t>
            </a:r>
            <a:r>
              <a:rPr lang="en-US" sz="1400" dirty="0" err="1"/>
              <a:t>mengerjakan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berikutnya</a:t>
            </a:r>
            <a:r>
              <a:rPr lang="en-US" sz="1400" dirty="0"/>
              <a:t>. 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5728364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96b2f0a949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g96b2f0a949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Jadi </a:t>
            </a:r>
            <a:r>
              <a:rPr lang="en-US" sz="1400" dirty="0" err="1"/>
              <a:t>sebagai</a:t>
            </a:r>
            <a:r>
              <a:rPr lang="en-US" sz="1400" dirty="0"/>
              <a:t> </a:t>
            </a:r>
            <a:r>
              <a:rPr lang="en-US" sz="1400" dirty="0" err="1"/>
              <a:t>contoh</a:t>
            </a:r>
            <a:r>
              <a:rPr lang="en-US" sz="1400" dirty="0"/>
              <a:t>, </a:t>
            </a:r>
            <a:r>
              <a:rPr lang="en-US" sz="1400" dirty="0" err="1"/>
              <a:t>misalnya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ingin</a:t>
            </a:r>
            <a:r>
              <a:rPr lang="en-US" sz="1400" dirty="0"/>
              <a:t> </a:t>
            </a:r>
            <a:r>
              <a:rPr lang="en-US" sz="1400" dirty="0" err="1"/>
              <a:t>mengerjakan</a:t>
            </a:r>
            <a:r>
              <a:rPr lang="en-US" sz="1400" dirty="0"/>
              <a:t> </a:t>
            </a:r>
            <a:r>
              <a:rPr lang="en-US" sz="1400" dirty="0" err="1"/>
              <a:t>suatu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baru</a:t>
            </a:r>
            <a:r>
              <a:rPr lang="en-US" sz="1400" dirty="0"/>
              <a:t> pada project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setelah</a:t>
            </a:r>
            <a:r>
              <a:rPr lang="en-US" sz="1400" dirty="0"/>
              <a:t> </a:t>
            </a:r>
            <a:r>
              <a:rPr lang="en-US" sz="1400" dirty="0" err="1"/>
              <a:t>versi</a:t>
            </a:r>
            <a:r>
              <a:rPr lang="en-US" sz="1400" dirty="0"/>
              <a:t> 1, </a:t>
            </a:r>
            <a:r>
              <a:rPr lang="en-US" sz="1400" dirty="0" err="1"/>
              <a:t>maka</a:t>
            </a:r>
            <a:r>
              <a:rPr lang="en-US" sz="1400" dirty="0"/>
              <a:t> yang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lakukan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membuat</a:t>
            </a:r>
            <a:r>
              <a:rPr lang="en-US" sz="1400" dirty="0"/>
              <a:t> branch </a:t>
            </a:r>
            <a:r>
              <a:rPr lang="en-US" sz="1400" dirty="0" err="1"/>
              <a:t>baru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mengerjakan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tersebut</a:t>
            </a:r>
            <a:r>
              <a:rPr lang="en-US" sz="1400" dirty="0"/>
              <a:t> dan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beri</a:t>
            </a:r>
            <a:r>
              <a:rPr lang="en-US" sz="1400" dirty="0"/>
              <a:t> </a:t>
            </a:r>
            <a:r>
              <a:rPr lang="en-US" sz="1400" dirty="0" err="1"/>
              <a:t>nama</a:t>
            </a:r>
            <a:r>
              <a:rPr lang="en-US" sz="1400" dirty="0"/>
              <a:t> branch </a:t>
            </a:r>
            <a:r>
              <a:rPr lang="en-US" sz="1400" dirty="0" err="1"/>
              <a:t>baru</a:t>
            </a:r>
            <a:r>
              <a:rPr lang="en-US" sz="1400" dirty="0"/>
              <a:t>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nama</a:t>
            </a:r>
            <a:r>
              <a:rPr lang="en-US" sz="1400" dirty="0"/>
              <a:t> feature1. </a:t>
            </a:r>
            <a:r>
              <a:rPr lang="en-US" sz="1400" dirty="0" err="1"/>
              <a:t>Kemudian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pengerjaan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tersebut</a:t>
            </a:r>
            <a:r>
              <a:rPr lang="en-US" sz="1400" dirty="0"/>
              <a:t>, </a:t>
            </a:r>
            <a:r>
              <a:rPr lang="en-US" sz="1400" dirty="0" err="1"/>
              <a:t>andaikan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menghasilkan</a:t>
            </a:r>
            <a:r>
              <a:rPr lang="en-US" sz="1400" dirty="0"/>
              <a:t> lima commit </a:t>
            </a:r>
            <a:r>
              <a:rPr lang="en-US" sz="1400" dirty="0" err="1"/>
              <a:t>baru</a:t>
            </a:r>
            <a:r>
              <a:rPr lang="en-US" sz="1400" dirty="0"/>
              <a:t> </a:t>
            </a:r>
            <a:r>
              <a:rPr lang="en-US" sz="1400" dirty="0" err="1"/>
              <a:t>sampai</a:t>
            </a:r>
            <a:r>
              <a:rPr lang="en-US" sz="1400" dirty="0"/>
              <a:t> </a:t>
            </a:r>
            <a:r>
              <a:rPr lang="en-US" sz="1400" dirty="0" err="1"/>
              <a:t>selesai</a:t>
            </a:r>
            <a:r>
              <a:rPr lang="en-US" sz="1400" dirty="0"/>
              <a:t> </a:t>
            </a:r>
            <a:r>
              <a:rPr lang="en-US" sz="1400" dirty="0" err="1"/>
              <a:t>mengerjakan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tersebut</a:t>
            </a:r>
            <a:r>
              <a:rPr lang="en-US" sz="1400" dirty="0"/>
              <a:t>. Lalu </a:t>
            </a:r>
            <a:r>
              <a:rPr lang="en-US" sz="1400" dirty="0" err="1"/>
              <a:t>setelah</a:t>
            </a:r>
            <a:r>
              <a:rPr lang="en-US" sz="1400" dirty="0"/>
              <a:t> </a:t>
            </a:r>
            <a:r>
              <a:rPr lang="en-US" sz="1400" dirty="0" err="1"/>
              <a:t>pengerjaan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selesai</a:t>
            </a:r>
            <a:r>
              <a:rPr lang="en-US" sz="1400" dirty="0"/>
              <a:t>, yang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lakukan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menggabungkan</a:t>
            </a:r>
            <a:r>
              <a:rPr lang="en-US" sz="1400" dirty="0"/>
              <a:t> branch feature1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master branch. </a:t>
            </a:r>
            <a:r>
              <a:rPr lang="en-US" sz="1400" dirty="0" err="1"/>
              <a:t>Istilah</a:t>
            </a:r>
            <a:r>
              <a:rPr lang="en-US" sz="1400" dirty="0"/>
              <a:t> </a:t>
            </a:r>
            <a:r>
              <a:rPr lang="en-US" sz="1400" dirty="0" err="1"/>
              <a:t>penggabungan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sebut</a:t>
            </a:r>
            <a:r>
              <a:rPr lang="en-US" sz="1400" dirty="0"/>
              <a:t> </a:t>
            </a:r>
            <a:r>
              <a:rPr lang="en-US" sz="1400" dirty="0" err="1"/>
              <a:t>sebagai</a:t>
            </a:r>
            <a:r>
              <a:rPr lang="en-US" sz="1400" dirty="0"/>
              <a:t> merge. Jika proses merge </a:t>
            </a:r>
            <a:r>
              <a:rPr lang="en-US" sz="1400" dirty="0" err="1"/>
              <a:t>berhasil</a:t>
            </a:r>
            <a:r>
              <a:rPr lang="en-US" sz="1400" dirty="0"/>
              <a:t>,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menghapus</a:t>
            </a:r>
            <a:r>
              <a:rPr lang="en-US" sz="1400" dirty="0"/>
              <a:t> branch feature1 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lagi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butuhkan</a:t>
            </a:r>
            <a:r>
              <a:rPr lang="en-US" sz="1400" dirty="0"/>
              <a:t>. Jadi </a:t>
            </a:r>
            <a:r>
              <a:rPr lang="en-US" sz="1400" dirty="0" err="1"/>
              <a:t>fungsi</a:t>
            </a:r>
            <a:r>
              <a:rPr lang="en-US" sz="1400" dirty="0"/>
              <a:t> branch feature1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sebagai</a:t>
            </a:r>
            <a:r>
              <a:rPr lang="en-US" sz="1400" dirty="0"/>
              <a:t> </a:t>
            </a:r>
            <a:r>
              <a:rPr lang="en-US" sz="1400" dirty="0" err="1"/>
              <a:t>ruang</a:t>
            </a:r>
            <a:r>
              <a:rPr lang="en-US" sz="1400" dirty="0"/>
              <a:t> </a:t>
            </a:r>
            <a:r>
              <a:rPr lang="en-US" sz="1400" dirty="0" err="1"/>
              <a:t>tersendiri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melakukan</a:t>
            </a:r>
            <a:r>
              <a:rPr lang="en-US" sz="1400" dirty="0"/>
              <a:t> </a:t>
            </a:r>
            <a:r>
              <a:rPr lang="en-US" sz="1400" dirty="0" err="1"/>
              <a:t>eksperimen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membuat</a:t>
            </a:r>
            <a:r>
              <a:rPr lang="en-US" sz="1400" dirty="0"/>
              <a:t> </a:t>
            </a:r>
            <a:r>
              <a:rPr lang="en-US" sz="1400" dirty="0" err="1"/>
              <a:t>fitur</a:t>
            </a:r>
            <a:r>
              <a:rPr lang="en-US" sz="1400" dirty="0"/>
              <a:t> yang </a:t>
            </a:r>
            <a:r>
              <a:rPr lang="en-US" sz="1400" dirty="0" err="1"/>
              <a:t>baru</a:t>
            </a:r>
            <a:r>
              <a:rPr lang="en-US" sz="1400" dirty="0"/>
              <a:t>, </a:t>
            </a:r>
            <a:r>
              <a:rPr lang="en-US" sz="1400" dirty="0" err="1"/>
              <a:t>jika</a:t>
            </a:r>
            <a:r>
              <a:rPr lang="en-US" sz="1400" dirty="0"/>
              <a:t> </a:t>
            </a:r>
            <a:r>
              <a:rPr lang="en-US" sz="1400" dirty="0" err="1"/>
              <a:t>berhasil</a:t>
            </a:r>
            <a:r>
              <a:rPr lang="en-US" sz="1400" dirty="0"/>
              <a:t> </a:t>
            </a:r>
            <a:r>
              <a:rPr lang="en-US" sz="1400" dirty="0" err="1"/>
              <a:t>maka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gabungkan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project </a:t>
            </a:r>
            <a:r>
              <a:rPr lang="en-US" sz="1400" dirty="0" err="1"/>
              <a:t>kita</a:t>
            </a:r>
            <a:r>
              <a:rPr lang="en-US" sz="1400" dirty="0"/>
              <a:t> di master branch, dan </a:t>
            </a:r>
            <a:r>
              <a:rPr lang="en-US" sz="1400" dirty="0" err="1"/>
              <a:t>jika</a:t>
            </a:r>
            <a:r>
              <a:rPr lang="en-US" sz="1400" dirty="0"/>
              <a:t> </a:t>
            </a:r>
            <a:r>
              <a:rPr lang="en-US" sz="1400" dirty="0" err="1"/>
              <a:t>gagal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jadi</a:t>
            </a:r>
            <a:r>
              <a:rPr lang="en-US" sz="1400" dirty="0"/>
              <a:t> </a:t>
            </a:r>
            <a:r>
              <a:rPr lang="en-US" sz="1400" dirty="0" err="1"/>
              <a:t>diperlukan</a:t>
            </a:r>
            <a:r>
              <a:rPr lang="en-US" sz="1400" dirty="0"/>
              <a:t>, </a:t>
            </a:r>
            <a:r>
              <a:rPr lang="en-US" sz="1400" dirty="0" err="1"/>
              <a:t>maka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hapus</a:t>
            </a:r>
            <a:r>
              <a:rPr lang="en-US" sz="1400" dirty="0"/>
              <a:t> branch feature1 </a:t>
            </a:r>
            <a:r>
              <a:rPr lang="en-US" sz="1400" dirty="0" err="1"/>
              <a:t>ini</a:t>
            </a:r>
            <a:r>
              <a:rPr lang="en-US" sz="1400" dirty="0"/>
              <a:t>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dirty="0" err="1"/>
              <a:t>Sebenarnya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penggabungan</a:t>
            </a:r>
            <a:r>
              <a:rPr lang="en-US" sz="1400" dirty="0"/>
              <a:t> </a:t>
            </a:r>
            <a:r>
              <a:rPr lang="en-US" sz="1400" dirty="0" err="1"/>
              <a:t>antara</a:t>
            </a:r>
            <a:r>
              <a:rPr lang="en-US" sz="1400" dirty="0"/>
              <a:t> branch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branch master,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dua</a:t>
            </a:r>
            <a:r>
              <a:rPr lang="en-US" sz="1400" dirty="0"/>
              <a:t> </a:t>
            </a:r>
            <a:r>
              <a:rPr lang="en-US" sz="1400" dirty="0" err="1"/>
              <a:t>pilihan</a:t>
            </a:r>
            <a:r>
              <a:rPr lang="en-US" sz="1400" dirty="0"/>
              <a:t>, </a:t>
            </a:r>
            <a:r>
              <a:rPr lang="en-US" sz="1400" dirty="0" err="1"/>
              <a:t>yaitu</a:t>
            </a:r>
            <a:r>
              <a:rPr lang="en-US" sz="1400" dirty="0"/>
              <a:t> </a:t>
            </a:r>
            <a:r>
              <a:rPr lang="en-US" sz="1400" dirty="0" err="1"/>
              <a:t>apakah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ingin</a:t>
            </a:r>
            <a:r>
              <a:rPr lang="en-US" sz="1400" dirty="0"/>
              <a:t> </a:t>
            </a:r>
            <a:r>
              <a:rPr lang="en-US" sz="1400" dirty="0" err="1"/>
              <a:t>memasukkan</a:t>
            </a:r>
            <a:r>
              <a:rPr lang="en-US" sz="1400" dirty="0"/>
              <a:t> </a:t>
            </a:r>
            <a:r>
              <a:rPr lang="en-US" sz="1400" dirty="0" err="1"/>
              <a:t>semua</a:t>
            </a:r>
            <a:r>
              <a:rPr lang="en-US" sz="1400" dirty="0"/>
              <a:t> commit yang </a:t>
            </a:r>
            <a:r>
              <a:rPr lang="en-US" sz="1400" dirty="0" err="1"/>
              <a:t>ada</a:t>
            </a:r>
            <a:r>
              <a:rPr lang="en-US" sz="1400" dirty="0"/>
              <a:t> pada branch </a:t>
            </a:r>
            <a:r>
              <a:rPr lang="en-US" sz="1400" dirty="0" err="1"/>
              <a:t>fitur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hanya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commit </a:t>
            </a:r>
            <a:r>
              <a:rPr lang="en-US" sz="1400" dirty="0" err="1"/>
              <a:t>saja</a:t>
            </a:r>
            <a:r>
              <a:rPr lang="en-US" sz="1400" dirty="0"/>
              <a:t> </a:t>
            </a:r>
            <a:r>
              <a:rPr lang="en-US" sz="1400" dirty="0" err="1"/>
              <a:t>saat</a:t>
            </a:r>
            <a:r>
              <a:rPr lang="en-US" sz="1400" dirty="0"/>
              <a:t> </a:t>
            </a:r>
            <a:r>
              <a:rPr lang="en-US" sz="1400" dirty="0" err="1"/>
              <a:t>digabungkan</a:t>
            </a:r>
            <a:r>
              <a:rPr lang="en-US" sz="1400" dirty="0"/>
              <a:t>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Ok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git command yang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branch.</a:t>
            </a:r>
          </a:p>
          <a:p>
            <a:pPr marL="158750" indent="0">
              <a:buNone/>
            </a:pPr>
            <a:endParaRPr lang="en-US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dirty="0"/>
              <a:t>Mari </a:t>
            </a:r>
            <a:r>
              <a:rPr lang="en-US" sz="1100" b="0" dirty="0" err="1"/>
              <a:t>sekarang</a:t>
            </a:r>
            <a:r>
              <a:rPr lang="en-US" sz="1100" b="0" dirty="0"/>
              <a:t> </a:t>
            </a:r>
            <a:r>
              <a:rPr lang="en-US" sz="1100" b="0" dirty="0" err="1"/>
              <a:t>langsung</a:t>
            </a:r>
            <a:r>
              <a:rPr lang="en-US" sz="1100" b="0" dirty="0"/>
              <a:t> </a:t>
            </a:r>
            <a:r>
              <a:rPr lang="en-US" sz="1100" b="0" dirty="0" err="1"/>
              <a:t>saja</a:t>
            </a:r>
            <a:r>
              <a:rPr lang="en-US" sz="1100" b="0" dirty="0"/>
              <a:t> </a:t>
            </a:r>
            <a:r>
              <a:rPr lang="en-US" sz="1100" b="0" dirty="0" err="1"/>
              <a:t>kita</a:t>
            </a:r>
            <a:r>
              <a:rPr lang="en-US" sz="1100" b="0" dirty="0"/>
              <a:t> </a:t>
            </a:r>
            <a:r>
              <a:rPr lang="en-US" sz="1100" b="0" dirty="0" err="1"/>
              <a:t>praktikkan</a:t>
            </a:r>
            <a:r>
              <a:rPr lang="en-US" sz="1100" b="0" dirty="0"/>
              <a:t>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1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1" dirty="0"/>
              <a:t>(Live Code : Branch)</a:t>
            </a:r>
          </a:p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58142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28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685800" y="841773"/>
            <a:ext cx="7772400" cy="23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Montserrat"/>
              <a:buNone/>
              <a:defRPr sz="5000" b="1" u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685800" y="3267075"/>
            <a:ext cx="77724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dt" idx="10"/>
          </p:nvPr>
        </p:nvSpPr>
        <p:spPr>
          <a:xfrm>
            <a:off x="6286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64579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000000"/>
              </a:solidFill>
            </a:endParaRPr>
          </a:p>
        </p:txBody>
      </p:sp>
      <p:sp>
        <p:nvSpPr>
          <p:cNvPr id="17" name="Google Shape;17;p7"/>
          <p:cNvSpPr/>
          <p:nvPr/>
        </p:nvSpPr>
        <p:spPr>
          <a:xfrm>
            <a:off x="801711" y="511935"/>
            <a:ext cx="2944800" cy="3297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Modul 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628650" y="27384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ontserrat Medium"/>
              <a:buNone/>
              <a:defRPr sz="2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1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dt" idx="10"/>
          </p:nvPr>
        </p:nvSpPr>
        <p:spPr>
          <a:xfrm>
            <a:off x="6286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ftr" idx="11"/>
          </p:nvPr>
        </p:nvSpPr>
        <p:spPr>
          <a:xfrm>
            <a:off x="3028950" y="47672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64579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9"/>
          <p:cNvSpPr/>
          <p:nvPr/>
        </p:nvSpPr>
        <p:spPr>
          <a:xfrm>
            <a:off x="0" y="1412906"/>
            <a:ext cx="9144000" cy="1987200"/>
          </a:xfrm>
          <a:prstGeom prst="rect">
            <a:avLst/>
          </a:prstGeom>
          <a:solidFill>
            <a:srgbClr val="0A7972"/>
          </a:solidFill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9"/>
          <p:cNvSpPr txBox="1">
            <a:spLocks noGrp="1"/>
          </p:cNvSpPr>
          <p:nvPr>
            <p:ph type="dt" idx="10"/>
          </p:nvPr>
        </p:nvSpPr>
        <p:spPr>
          <a:xfrm>
            <a:off x="6286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ftr" idx="11"/>
          </p:nvPr>
        </p:nvSpPr>
        <p:spPr>
          <a:xfrm>
            <a:off x="3028950" y="47672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ldNum" idx="12"/>
          </p:nvPr>
        </p:nvSpPr>
        <p:spPr>
          <a:xfrm>
            <a:off x="64579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000000"/>
              </a:solidFill>
            </a:endParaRPr>
          </a:p>
        </p:txBody>
      </p:sp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623888" y="1762125"/>
            <a:ext cx="7886700" cy="8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ontserrat Medium"/>
              <a:buNone/>
              <a:defRPr sz="3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623888" y="2743201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623888" y="1282306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ontserrat Medium"/>
              <a:buNone/>
              <a:defRPr sz="4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1"/>
          </p:nvPr>
        </p:nvSpPr>
        <p:spPr>
          <a:xfrm>
            <a:off x="623888" y="3442100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6286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028950" y="47672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4579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1"/>
          <p:cNvSpPr txBox="1">
            <a:spLocks noGrp="1"/>
          </p:cNvSpPr>
          <p:nvPr>
            <p:ph type="title"/>
          </p:nvPr>
        </p:nvSpPr>
        <p:spPr>
          <a:xfrm>
            <a:off x="628650" y="27384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dt" idx="10"/>
          </p:nvPr>
        </p:nvSpPr>
        <p:spPr>
          <a:xfrm>
            <a:off x="6286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ftr" idx="11"/>
          </p:nvPr>
        </p:nvSpPr>
        <p:spPr>
          <a:xfrm>
            <a:off x="3028950" y="47672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4579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629841" y="27384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3"/>
          </p:nvPr>
        </p:nvSpPr>
        <p:spPr>
          <a:xfrm>
            <a:off x="4629151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4629151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6286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3028950" y="47672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64579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628650" y="27384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6286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3028950" y="47672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64579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629842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Medium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887391" y="740571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629842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6286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3028950" y="47672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64579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629842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Medium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3887391" y="740571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629842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286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3028950" y="47672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64579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28650" y="27384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6286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3028950" y="47672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64579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5350051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349476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6286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3028950" y="47672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64579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628650" y="27384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ontserrat Medium"/>
              <a:buNone/>
              <a:defRPr sz="3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6286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3028950" y="47672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64579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baron@test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85800" y="841773"/>
            <a:ext cx="7772400" cy="23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 sz="4800" dirty="0"/>
              <a:t>Git</a:t>
            </a:r>
            <a:endParaRPr sz="4800" dirty="0"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685800" y="3267075"/>
            <a:ext cx="77724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Git Introduction</a:t>
            </a:r>
            <a:endParaRPr dirty="0"/>
          </a:p>
        </p:txBody>
      </p:sp>
      <p:sp>
        <p:nvSpPr>
          <p:cNvPr id="104" name="Google Shape;104;p1"/>
          <p:cNvSpPr/>
          <p:nvPr/>
        </p:nvSpPr>
        <p:spPr>
          <a:xfrm>
            <a:off x="774235" y="507258"/>
            <a:ext cx="2983481" cy="334515"/>
          </a:xfrm>
          <a:prstGeom prst="rect">
            <a:avLst/>
          </a:prstGeom>
          <a:solidFill>
            <a:srgbClr val="037A7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74235" y="507258"/>
            <a:ext cx="29834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SESSION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9</a:t>
            </a:r>
            <a:endParaRPr sz="1400" b="0" i="0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3063232f1_0_3"/>
          <p:cNvSpPr txBox="1">
            <a:spLocks noGrp="1"/>
          </p:cNvSpPr>
          <p:nvPr>
            <p:ph type="body" idx="1"/>
          </p:nvPr>
        </p:nvSpPr>
        <p:spPr>
          <a:xfrm>
            <a:off x="628649" y="1369225"/>
            <a:ext cx="4988379" cy="3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/>
          <a:p>
            <a:pPr marL="457200" lvl="0" indent="-31750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</a:rPr>
              <a:t>Git Introduction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</a:rPr>
              <a:t>Git Configuration &amp; Initialization</a:t>
            </a:r>
          </a:p>
          <a:p>
            <a:pPr marL="457200" lvl="0" indent="-31750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</a:rPr>
              <a:t>Git Saving Things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</a:rPr>
              <a:t>Git Undo-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</a:rPr>
              <a:t> Things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</a:rPr>
              <a:t>Git Branch</a:t>
            </a:r>
          </a:p>
        </p:txBody>
      </p:sp>
      <p:sp>
        <p:nvSpPr>
          <p:cNvPr id="111" name="Google Shape;111;ga3063232f1_0_3"/>
          <p:cNvSpPr/>
          <p:nvPr/>
        </p:nvSpPr>
        <p:spPr>
          <a:xfrm>
            <a:off x="628659" y="337711"/>
            <a:ext cx="3254400" cy="79890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2695575" marR="1032510" lvl="0" indent="-2608262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sz="3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A0B05473-D86E-4E54-A4E0-AAAB69E2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6"/>
            <a:ext cx="7886700" cy="994200"/>
          </a:xfrm>
        </p:spPr>
        <p:txBody>
          <a:bodyPr/>
          <a:lstStyle/>
          <a:p>
            <a:r>
              <a:rPr lang="en-US" dirty="0"/>
              <a:t>Introduction to Git</a:t>
            </a:r>
            <a:endParaRPr lang="en-ID" dirty="0"/>
          </a:p>
        </p:txBody>
      </p:sp>
      <p:pic>
        <p:nvPicPr>
          <p:cNvPr id="1032" name="Picture 8" descr="Table Cartoon clipart - Table, Data, Blue, transparent clip art">
            <a:extLst>
              <a:ext uri="{FF2B5EF4-FFF2-40B4-BE49-F238E27FC236}">
                <a16:creationId xmlns:a16="http://schemas.microsoft.com/office/drawing/2014/main" id="{2690CEC7-C439-45AE-96D3-4C05C2787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00" y="1532962"/>
            <a:ext cx="1303704" cy="130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90315F8-4302-4405-B264-995588A9AE0B}"/>
              </a:ext>
            </a:extLst>
          </p:cNvPr>
          <p:cNvCxnSpPr>
            <a:cxnSpLocks/>
          </p:cNvCxnSpPr>
          <p:nvPr/>
        </p:nvCxnSpPr>
        <p:spPr>
          <a:xfrm>
            <a:off x="2920758" y="2385118"/>
            <a:ext cx="8212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8" descr="Table Cartoon clipart - Table, Data, Blue, transparent clip art">
            <a:extLst>
              <a:ext uri="{FF2B5EF4-FFF2-40B4-BE49-F238E27FC236}">
                <a16:creationId xmlns:a16="http://schemas.microsoft.com/office/drawing/2014/main" id="{EA463552-B932-4BDD-A8D6-C926B1302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52" y="2184814"/>
            <a:ext cx="1303704" cy="130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de, coding, language, program, programming icon - Download on Iconfinder">
            <a:extLst>
              <a:ext uri="{FF2B5EF4-FFF2-40B4-BE49-F238E27FC236}">
                <a16:creationId xmlns:a16="http://schemas.microsoft.com/office/drawing/2014/main" id="{E36F3144-B259-421E-B65D-EB079EFB4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763" y="1654981"/>
            <a:ext cx="1833537" cy="1833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7E90E8-3C91-4295-B287-5B9E5A034C37}"/>
              </a:ext>
            </a:extLst>
          </p:cNvPr>
          <p:cNvCxnSpPr/>
          <p:nvPr/>
        </p:nvCxnSpPr>
        <p:spPr>
          <a:xfrm>
            <a:off x="5599300" y="2385118"/>
            <a:ext cx="8256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CAB6765-2E60-4AA5-9906-E0BFBCFB1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1490" y="1532962"/>
            <a:ext cx="1833537" cy="18335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C9D3C4-5C82-48A1-BCF6-0A034771A85E}"/>
              </a:ext>
            </a:extLst>
          </p:cNvPr>
          <p:cNvSpPr txBox="1"/>
          <p:nvPr/>
        </p:nvSpPr>
        <p:spPr>
          <a:xfrm>
            <a:off x="628650" y="3617150"/>
            <a:ext cx="2114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Multiple Different Tables</a:t>
            </a:r>
          </a:p>
          <a:p>
            <a:pPr algn="ctr"/>
            <a:r>
              <a:rPr lang="en-US" dirty="0"/>
              <a:t>from Database</a:t>
            </a:r>
            <a:endParaRPr lang="en-ID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E09AB7-997D-4DD0-9006-C4571BE9B608}"/>
              </a:ext>
            </a:extLst>
          </p:cNvPr>
          <p:cNvSpPr txBox="1"/>
          <p:nvPr/>
        </p:nvSpPr>
        <p:spPr>
          <a:xfrm>
            <a:off x="3377534" y="3516997"/>
            <a:ext cx="261000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Program that our superior </a:t>
            </a:r>
          </a:p>
          <a:p>
            <a:pPr algn="ctr"/>
            <a:r>
              <a:rPr lang="en-US" dirty="0"/>
              <a:t>told us to create.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(Program to process data from</a:t>
            </a:r>
          </a:p>
          <a:p>
            <a:pPr algn="ctr"/>
            <a:r>
              <a:rPr lang="en-US" dirty="0"/>
              <a:t>multiple tables into one table)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74DEF1-D558-46E8-83C9-8835A272A9DF}"/>
              </a:ext>
            </a:extLst>
          </p:cNvPr>
          <p:cNvSpPr txBox="1"/>
          <p:nvPr/>
        </p:nvSpPr>
        <p:spPr>
          <a:xfrm>
            <a:off x="6286527" y="3456533"/>
            <a:ext cx="21034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desired table result </a:t>
            </a:r>
            <a:endParaRPr lang="en-ID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Table Cartoon clipart - Table, Data, Blue, transparent clip art">
            <a:extLst>
              <a:ext uri="{FF2B5EF4-FFF2-40B4-BE49-F238E27FC236}">
                <a16:creationId xmlns:a16="http://schemas.microsoft.com/office/drawing/2014/main" id="{2690CEC7-C439-45AE-96D3-4C05C2787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11" y="257810"/>
            <a:ext cx="853999" cy="85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90315F8-4302-4405-B264-995588A9AE0B}"/>
              </a:ext>
            </a:extLst>
          </p:cNvPr>
          <p:cNvCxnSpPr>
            <a:cxnSpLocks/>
          </p:cNvCxnSpPr>
          <p:nvPr/>
        </p:nvCxnSpPr>
        <p:spPr>
          <a:xfrm>
            <a:off x="2371796" y="797513"/>
            <a:ext cx="87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8" descr="Table Cartoon clipart - Table, Data, Blue, transparent clip art">
            <a:extLst>
              <a:ext uri="{FF2B5EF4-FFF2-40B4-BE49-F238E27FC236}">
                <a16:creationId xmlns:a16="http://schemas.microsoft.com/office/drawing/2014/main" id="{EA463552-B932-4BDD-A8D6-C926B1302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922" y="605262"/>
            <a:ext cx="853999" cy="85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de, coding, language, program, programming icon - Download on Iconfinder">
            <a:extLst>
              <a:ext uri="{FF2B5EF4-FFF2-40B4-BE49-F238E27FC236}">
                <a16:creationId xmlns:a16="http://schemas.microsoft.com/office/drawing/2014/main" id="{E36F3144-B259-421E-B65D-EB079EFB4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338" y="187479"/>
            <a:ext cx="1201068" cy="1201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7E90E8-3C91-4295-B287-5B9E5A034C37}"/>
              </a:ext>
            </a:extLst>
          </p:cNvPr>
          <p:cNvCxnSpPr>
            <a:cxnSpLocks/>
          </p:cNvCxnSpPr>
          <p:nvPr/>
        </p:nvCxnSpPr>
        <p:spPr>
          <a:xfrm>
            <a:off x="5437201" y="784869"/>
            <a:ext cx="9195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CAB6765-2E60-4AA5-9906-E0BFBCFB1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8997" y="136175"/>
            <a:ext cx="1201068" cy="12010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C9D3C4-5C82-48A1-BCF6-0A034771A85E}"/>
              </a:ext>
            </a:extLst>
          </p:cNvPr>
          <p:cNvSpPr txBox="1"/>
          <p:nvPr/>
        </p:nvSpPr>
        <p:spPr>
          <a:xfrm>
            <a:off x="431208" y="1542834"/>
            <a:ext cx="18071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4 Different Tables</a:t>
            </a:r>
          </a:p>
          <a:p>
            <a:pPr algn="ctr"/>
            <a:r>
              <a:rPr lang="en-US" sz="1100" dirty="0"/>
              <a:t>from Database</a:t>
            </a:r>
            <a:endParaRPr lang="en-ID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E09AB7-997D-4DD0-9006-C4571BE9B608}"/>
              </a:ext>
            </a:extLst>
          </p:cNvPr>
          <p:cNvSpPr txBox="1"/>
          <p:nvPr/>
        </p:nvSpPr>
        <p:spPr>
          <a:xfrm>
            <a:off x="2908034" y="1458196"/>
            <a:ext cx="27336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Program that our superior </a:t>
            </a:r>
          </a:p>
          <a:p>
            <a:pPr algn="ctr"/>
            <a:r>
              <a:rPr lang="en-US" sz="1100" dirty="0"/>
              <a:t>told us to create.</a:t>
            </a:r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(Program to process data from</a:t>
            </a:r>
          </a:p>
          <a:p>
            <a:pPr algn="ctr"/>
            <a:r>
              <a:rPr lang="en-US" sz="1100" dirty="0"/>
              <a:t>multiple tables into one table)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74DEF1-D558-46E8-83C9-8835A272A9DF}"/>
              </a:ext>
            </a:extLst>
          </p:cNvPr>
          <p:cNvSpPr txBox="1"/>
          <p:nvPr/>
        </p:nvSpPr>
        <p:spPr>
          <a:xfrm>
            <a:off x="6107421" y="1458196"/>
            <a:ext cx="25442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The desired table result</a:t>
            </a:r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(5 Columns, 4 Rows) </a:t>
            </a:r>
            <a:endParaRPr lang="en-ID" sz="1100" dirty="0"/>
          </a:p>
        </p:txBody>
      </p:sp>
      <p:pic>
        <p:nvPicPr>
          <p:cNvPr id="24" name="Picture 8" descr="Table Cartoon clipart - Table, Data, Blue, transparent clip art">
            <a:extLst>
              <a:ext uri="{FF2B5EF4-FFF2-40B4-BE49-F238E27FC236}">
                <a16:creationId xmlns:a16="http://schemas.microsoft.com/office/drawing/2014/main" id="{8D8FE123-8BA9-42D5-BC84-507B7E6B7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003" y="3061677"/>
            <a:ext cx="853999" cy="85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99F6C69-5FB0-4B91-8F9C-28192038F454}"/>
              </a:ext>
            </a:extLst>
          </p:cNvPr>
          <p:cNvCxnSpPr>
            <a:cxnSpLocks/>
          </p:cNvCxnSpPr>
          <p:nvPr/>
        </p:nvCxnSpPr>
        <p:spPr>
          <a:xfrm>
            <a:off x="2371797" y="3405705"/>
            <a:ext cx="87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10" descr="Code, coding, language, program, programming icon - Download on Iconfinder">
            <a:extLst>
              <a:ext uri="{FF2B5EF4-FFF2-40B4-BE49-F238E27FC236}">
                <a16:creationId xmlns:a16="http://schemas.microsoft.com/office/drawing/2014/main" id="{B998118F-1F49-4F1A-BCF3-24A45A193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339" y="2795671"/>
            <a:ext cx="1201068" cy="1201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BEED07F-D3E3-449A-B08F-B0360D64630B}"/>
              </a:ext>
            </a:extLst>
          </p:cNvPr>
          <p:cNvCxnSpPr>
            <a:cxnSpLocks/>
          </p:cNvCxnSpPr>
          <p:nvPr/>
        </p:nvCxnSpPr>
        <p:spPr>
          <a:xfrm>
            <a:off x="5437202" y="3393061"/>
            <a:ext cx="9195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4A9DF8E-1BFA-4BA3-9B58-46B4269B07B8}"/>
              </a:ext>
            </a:extLst>
          </p:cNvPr>
          <p:cNvSpPr txBox="1"/>
          <p:nvPr/>
        </p:nvSpPr>
        <p:spPr>
          <a:xfrm>
            <a:off x="431209" y="4151026"/>
            <a:ext cx="18071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2 Different Tables</a:t>
            </a:r>
          </a:p>
          <a:p>
            <a:pPr algn="ctr"/>
            <a:r>
              <a:rPr lang="en-US" sz="1100" dirty="0"/>
              <a:t>from Database</a:t>
            </a:r>
            <a:endParaRPr lang="en-ID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5FB51E-2ED7-42C6-B8F0-BBB715141CF6}"/>
              </a:ext>
            </a:extLst>
          </p:cNvPr>
          <p:cNvSpPr txBox="1"/>
          <p:nvPr/>
        </p:nvSpPr>
        <p:spPr>
          <a:xfrm>
            <a:off x="2908035" y="4066388"/>
            <a:ext cx="27336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Program that our superior </a:t>
            </a:r>
          </a:p>
          <a:p>
            <a:pPr algn="ctr"/>
            <a:r>
              <a:rPr lang="en-US" sz="1100" dirty="0"/>
              <a:t>told us to create.</a:t>
            </a:r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(Program to process data from</a:t>
            </a:r>
          </a:p>
          <a:p>
            <a:pPr algn="ctr"/>
            <a:r>
              <a:rPr lang="en-US" sz="1100" dirty="0"/>
              <a:t>multiple tables into one table)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C00E6A-D6FF-4CBB-8D74-D1747CC024EA}"/>
              </a:ext>
            </a:extLst>
          </p:cNvPr>
          <p:cNvSpPr txBox="1"/>
          <p:nvPr/>
        </p:nvSpPr>
        <p:spPr>
          <a:xfrm>
            <a:off x="6107421" y="3998651"/>
            <a:ext cx="25442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The desired table result</a:t>
            </a:r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(3 Columns, 3 Rows) </a:t>
            </a:r>
            <a:endParaRPr lang="en-ID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F61759-7DD0-4316-BC15-6FCEB03D1282}"/>
              </a:ext>
            </a:extLst>
          </p:cNvPr>
          <p:cNvSpPr txBox="1"/>
          <p:nvPr/>
        </p:nvSpPr>
        <p:spPr>
          <a:xfrm>
            <a:off x="110564" y="33590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Version 1</a:t>
            </a:r>
            <a:endParaRPr lang="en-ID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F9D940-6E22-40B2-A8CE-DE2E30AEE944}"/>
              </a:ext>
            </a:extLst>
          </p:cNvPr>
          <p:cNvSpPr txBox="1"/>
          <p:nvPr/>
        </p:nvSpPr>
        <p:spPr>
          <a:xfrm>
            <a:off x="110563" y="2518550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Version 2</a:t>
            </a:r>
            <a:endParaRPr lang="en-ID" b="1" dirty="0"/>
          </a:p>
        </p:txBody>
      </p:sp>
      <p:pic>
        <p:nvPicPr>
          <p:cNvPr id="2050" name="Picture 2" descr="Little Table Grid Comments - Table Icon - Free Transparent PNG Clipart  Images Download">
            <a:extLst>
              <a:ext uri="{FF2B5EF4-FFF2-40B4-BE49-F238E27FC236}">
                <a16:creationId xmlns:a16="http://schemas.microsoft.com/office/drawing/2014/main" id="{996679B0-B0BD-445C-9EC9-E1B1E09DA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618" y="2944183"/>
            <a:ext cx="1067825" cy="1052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114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8" descr="Table Cartoon clipart - Table, Data, Blue, transparent clip art">
            <a:extLst>
              <a:ext uri="{FF2B5EF4-FFF2-40B4-BE49-F238E27FC236}">
                <a16:creationId xmlns:a16="http://schemas.microsoft.com/office/drawing/2014/main" id="{8D8FE123-8BA9-42D5-BC84-507B7E6B7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18" y="385402"/>
            <a:ext cx="853999" cy="85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99F6C69-5FB0-4B91-8F9C-28192038F454}"/>
              </a:ext>
            </a:extLst>
          </p:cNvPr>
          <p:cNvCxnSpPr>
            <a:cxnSpLocks/>
          </p:cNvCxnSpPr>
          <p:nvPr/>
        </p:nvCxnSpPr>
        <p:spPr>
          <a:xfrm>
            <a:off x="2261234" y="887155"/>
            <a:ext cx="87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10" descr="Code, coding, language, program, programming icon - Download on Iconfinder">
            <a:extLst>
              <a:ext uri="{FF2B5EF4-FFF2-40B4-BE49-F238E27FC236}">
                <a16:creationId xmlns:a16="http://schemas.microsoft.com/office/drawing/2014/main" id="{B998118F-1F49-4F1A-BCF3-24A45A193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776" y="277121"/>
            <a:ext cx="1201068" cy="1201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BEED07F-D3E3-449A-B08F-B0360D64630B}"/>
              </a:ext>
            </a:extLst>
          </p:cNvPr>
          <p:cNvCxnSpPr>
            <a:cxnSpLocks/>
          </p:cNvCxnSpPr>
          <p:nvPr/>
        </p:nvCxnSpPr>
        <p:spPr>
          <a:xfrm>
            <a:off x="5326639" y="874511"/>
            <a:ext cx="9195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4A9DF8E-1BFA-4BA3-9B58-46B4269B07B8}"/>
              </a:ext>
            </a:extLst>
          </p:cNvPr>
          <p:cNvSpPr txBox="1"/>
          <p:nvPr/>
        </p:nvSpPr>
        <p:spPr>
          <a:xfrm>
            <a:off x="314937" y="1663938"/>
            <a:ext cx="18071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6 Different Tables</a:t>
            </a:r>
          </a:p>
          <a:p>
            <a:pPr algn="ctr"/>
            <a:r>
              <a:rPr lang="en-US" sz="1100" dirty="0"/>
              <a:t>from Database</a:t>
            </a:r>
            <a:endParaRPr lang="en-ID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5FB51E-2ED7-42C6-B8F0-BBB715141CF6}"/>
              </a:ext>
            </a:extLst>
          </p:cNvPr>
          <p:cNvSpPr txBox="1"/>
          <p:nvPr/>
        </p:nvSpPr>
        <p:spPr>
          <a:xfrm>
            <a:off x="2797472" y="1547838"/>
            <a:ext cx="27336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Program that our superior </a:t>
            </a:r>
          </a:p>
          <a:p>
            <a:pPr algn="ctr"/>
            <a:r>
              <a:rPr lang="en-US" sz="1100" dirty="0"/>
              <a:t>told us to create.</a:t>
            </a:r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(Program to process data from</a:t>
            </a:r>
          </a:p>
          <a:p>
            <a:pPr algn="ctr"/>
            <a:r>
              <a:rPr lang="en-US" sz="1100" dirty="0"/>
              <a:t>multiple tables into one table)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C00E6A-D6FF-4CBB-8D74-D1747CC024EA}"/>
              </a:ext>
            </a:extLst>
          </p:cNvPr>
          <p:cNvSpPr txBox="1"/>
          <p:nvPr/>
        </p:nvSpPr>
        <p:spPr>
          <a:xfrm>
            <a:off x="6027881" y="1597119"/>
            <a:ext cx="25442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The desired table result</a:t>
            </a:r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(7 Columns, 7 Rows) </a:t>
            </a:r>
            <a:endParaRPr lang="en-ID" sz="11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F9D940-6E22-40B2-A8CE-DE2E30AEE944}"/>
              </a:ext>
            </a:extLst>
          </p:cNvPr>
          <p:cNvSpPr txBox="1"/>
          <p:nvPr/>
        </p:nvSpPr>
        <p:spPr>
          <a:xfrm>
            <a:off x="0" y="0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Version 3</a:t>
            </a:r>
            <a:endParaRPr lang="en-ID" b="1" dirty="0"/>
          </a:p>
        </p:txBody>
      </p:sp>
      <p:pic>
        <p:nvPicPr>
          <p:cNvPr id="21" name="Picture 8" descr="Table Cartoon clipart - Table, Data, Blue, transparent clip art">
            <a:extLst>
              <a:ext uri="{FF2B5EF4-FFF2-40B4-BE49-F238E27FC236}">
                <a16:creationId xmlns:a16="http://schemas.microsoft.com/office/drawing/2014/main" id="{4CEC3EF1-981A-419E-AFF4-E88639629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72" y="2811652"/>
            <a:ext cx="853999" cy="85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6EE38D7-3940-4F92-9D2C-A8495C2EA46D}"/>
              </a:ext>
            </a:extLst>
          </p:cNvPr>
          <p:cNvCxnSpPr>
            <a:cxnSpLocks/>
          </p:cNvCxnSpPr>
          <p:nvPr/>
        </p:nvCxnSpPr>
        <p:spPr>
          <a:xfrm>
            <a:off x="2292257" y="3351355"/>
            <a:ext cx="87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8" descr="Table Cartoon clipart - Table, Data, Blue, transparent clip art">
            <a:extLst>
              <a:ext uri="{FF2B5EF4-FFF2-40B4-BE49-F238E27FC236}">
                <a16:creationId xmlns:a16="http://schemas.microsoft.com/office/drawing/2014/main" id="{74229668-4A2C-40CF-BC00-B90A04694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383" y="3159104"/>
            <a:ext cx="853999" cy="85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0" descr="Code, coding, language, program, programming icon - Download on Iconfinder">
            <a:extLst>
              <a:ext uri="{FF2B5EF4-FFF2-40B4-BE49-F238E27FC236}">
                <a16:creationId xmlns:a16="http://schemas.microsoft.com/office/drawing/2014/main" id="{C38F76A6-4FCD-40A2-89D6-B2E5E28FC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799" y="2741321"/>
            <a:ext cx="1201068" cy="1201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5752032-6187-486D-B20A-B31BCC06963F}"/>
              </a:ext>
            </a:extLst>
          </p:cNvPr>
          <p:cNvCxnSpPr>
            <a:cxnSpLocks/>
          </p:cNvCxnSpPr>
          <p:nvPr/>
        </p:nvCxnSpPr>
        <p:spPr>
          <a:xfrm>
            <a:off x="5357662" y="3338711"/>
            <a:ext cx="9195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B68918A1-1DB4-4FBB-9D3E-8CC854B1A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458" y="2690017"/>
            <a:ext cx="1201068" cy="120106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0BDE7BB-5A39-47F3-A56F-AFD175B4854F}"/>
              </a:ext>
            </a:extLst>
          </p:cNvPr>
          <p:cNvSpPr txBox="1"/>
          <p:nvPr/>
        </p:nvSpPr>
        <p:spPr>
          <a:xfrm>
            <a:off x="351669" y="4096676"/>
            <a:ext cx="18071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4 Different Tables</a:t>
            </a:r>
          </a:p>
          <a:p>
            <a:pPr algn="ctr"/>
            <a:r>
              <a:rPr lang="en-US" sz="1100" dirty="0"/>
              <a:t>from Database</a:t>
            </a:r>
            <a:endParaRPr lang="en-ID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501E82-8938-456D-8368-B556990B87E0}"/>
              </a:ext>
            </a:extLst>
          </p:cNvPr>
          <p:cNvSpPr txBox="1"/>
          <p:nvPr/>
        </p:nvSpPr>
        <p:spPr>
          <a:xfrm>
            <a:off x="2828495" y="4012038"/>
            <a:ext cx="27336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Program that our superior </a:t>
            </a:r>
          </a:p>
          <a:p>
            <a:pPr algn="ctr"/>
            <a:r>
              <a:rPr lang="en-US" sz="1100" dirty="0"/>
              <a:t>told us to create.</a:t>
            </a:r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(Program to process data from</a:t>
            </a:r>
          </a:p>
          <a:p>
            <a:pPr algn="ctr"/>
            <a:r>
              <a:rPr lang="en-US" sz="1100" dirty="0"/>
              <a:t>multiple tables into one table)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EDDC52-D07A-4694-B973-690F8ECF8F84}"/>
              </a:ext>
            </a:extLst>
          </p:cNvPr>
          <p:cNvSpPr txBox="1"/>
          <p:nvPr/>
        </p:nvSpPr>
        <p:spPr>
          <a:xfrm>
            <a:off x="6027882" y="4012038"/>
            <a:ext cx="25442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The desired table result</a:t>
            </a:r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(5 Columns, 4 Rows) </a:t>
            </a:r>
            <a:endParaRPr lang="en-ID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CEBC2D-5BA6-4135-98D4-EF719E24B276}"/>
              </a:ext>
            </a:extLst>
          </p:cNvPr>
          <p:cNvSpPr txBox="1"/>
          <p:nvPr/>
        </p:nvSpPr>
        <p:spPr>
          <a:xfrm>
            <a:off x="31025" y="2587432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Version 1</a:t>
            </a:r>
            <a:endParaRPr lang="en-ID" b="1" dirty="0"/>
          </a:p>
        </p:txBody>
      </p:sp>
      <p:pic>
        <p:nvPicPr>
          <p:cNvPr id="40" name="Picture 8" descr="Table Cartoon clipart - Table, Data, Blue, transparent clip art">
            <a:extLst>
              <a:ext uri="{FF2B5EF4-FFF2-40B4-BE49-F238E27FC236}">
                <a16:creationId xmlns:a16="http://schemas.microsoft.com/office/drawing/2014/main" id="{BAE78E4E-3118-4C49-8682-18F17B675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514" y="743024"/>
            <a:ext cx="853999" cy="85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Table Cartoon clipart - Table, Data, Blue, transparent clip art">
            <a:extLst>
              <a:ext uri="{FF2B5EF4-FFF2-40B4-BE49-F238E27FC236}">
                <a16:creationId xmlns:a16="http://schemas.microsoft.com/office/drawing/2014/main" id="{EFCE1CC0-B936-4165-9430-62995798C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84" y="743024"/>
            <a:ext cx="853999" cy="85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C8C20BE-A5F3-49EB-A33E-57B732FE78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562" y="153888"/>
            <a:ext cx="1502857" cy="150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62;g96b2f0a949_0_72">
            <a:extLst>
              <a:ext uri="{FF2B5EF4-FFF2-40B4-BE49-F238E27FC236}">
                <a16:creationId xmlns:a16="http://schemas.microsoft.com/office/drawing/2014/main" id="{417A8A5B-3C73-4C30-897C-69DFB0733C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413" y="1053700"/>
            <a:ext cx="1140826" cy="114082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63;g96b2f0a949_0_72">
            <a:extLst>
              <a:ext uri="{FF2B5EF4-FFF2-40B4-BE49-F238E27FC236}">
                <a16:creationId xmlns:a16="http://schemas.microsoft.com/office/drawing/2014/main" id="{35223E99-9725-49CC-A58D-C8E6CDC753E2}"/>
              </a:ext>
            </a:extLst>
          </p:cNvPr>
          <p:cNvSpPr txBox="1"/>
          <p:nvPr/>
        </p:nvSpPr>
        <p:spPr>
          <a:xfrm>
            <a:off x="581625" y="514850"/>
            <a:ext cx="132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(50 MB)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64;g96b2f0a949_0_72">
            <a:extLst>
              <a:ext uri="{FF2B5EF4-FFF2-40B4-BE49-F238E27FC236}">
                <a16:creationId xmlns:a16="http://schemas.microsoft.com/office/drawing/2014/main" id="{69159556-C9C4-43EE-A6E2-48D17BFFFF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6763" y="1117925"/>
            <a:ext cx="1140826" cy="114082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65;g96b2f0a949_0_72">
            <a:extLst>
              <a:ext uri="{FF2B5EF4-FFF2-40B4-BE49-F238E27FC236}">
                <a16:creationId xmlns:a16="http://schemas.microsoft.com/office/drawing/2014/main" id="{D1D9F431-10E5-4BF2-B3E9-79CA2FC60B2E}"/>
              </a:ext>
            </a:extLst>
          </p:cNvPr>
          <p:cNvSpPr txBox="1"/>
          <p:nvPr/>
        </p:nvSpPr>
        <p:spPr>
          <a:xfrm>
            <a:off x="2232975" y="579075"/>
            <a:ext cx="132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revision 1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(55 MB)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166;g96b2f0a949_0_72">
            <a:extLst>
              <a:ext uri="{FF2B5EF4-FFF2-40B4-BE49-F238E27FC236}">
                <a16:creationId xmlns:a16="http://schemas.microsoft.com/office/drawing/2014/main" id="{D776086A-3CC5-465B-B0D4-288428BE2B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5163" y="1162550"/>
            <a:ext cx="1140826" cy="114082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67;g96b2f0a949_0_72">
            <a:extLst>
              <a:ext uri="{FF2B5EF4-FFF2-40B4-BE49-F238E27FC236}">
                <a16:creationId xmlns:a16="http://schemas.microsoft.com/office/drawing/2014/main" id="{269BA97F-9DC1-4F73-8106-2F332AC50F93}"/>
              </a:ext>
            </a:extLst>
          </p:cNvPr>
          <p:cNvSpPr txBox="1"/>
          <p:nvPr/>
        </p:nvSpPr>
        <p:spPr>
          <a:xfrm>
            <a:off x="3561375" y="623700"/>
            <a:ext cx="132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revision 2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(40 MB)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168;g96b2f0a949_0_72">
            <a:extLst>
              <a:ext uri="{FF2B5EF4-FFF2-40B4-BE49-F238E27FC236}">
                <a16:creationId xmlns:a16="http://schemas.microsoft.com/office/drawing/2014/main" id="{19410468-D941-4B14-9CA2-B11CA994F2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213" y="3019650"/>
            <a:ext cx="1140826" cy="114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69;g96b2f0a949_0_72">
            <a:extLst>
              <a:ext uri="{FF2B5EF4-FFF2-40B4-BE49-F238E27FC236}">
                <a16:creationId xmlns:a16="http://schemas.microsoft.com/office/drawing/2014/main" id="{6F63DEC6-89AD-413A-8D59-58468C2BB0F4}"/>
              </a:ext>
            </a:extLst>
          </p:cNvPr>
          <p:cNvSpPr txBox="1"/>
          <p:nvPr/>
        </p:nvSpPr>
        <p:spPr>
          <a:xfrm>
            <a:off x="675425" y="2480800"/>
            <a:ext cx="132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revision 3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(60 MB)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70;g96b2f0a949_0_72">
            <a:extLst>
              <a:ext uri="{FF2B5EF4-FFF2-40B4-BE49-F238E27FC236}">
                <a16:creationId xmlns:a16="http://schemas.microsoft.com/office/drawing/2014/main" id="{D61BC685-9011-4D80-96C2-F5CDD5B455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6775" y="2993550"/>
            <a:ext cx="1140826" cy="114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71;g96b2f0a949_0_72">
            <a:extLst>
              <a:ext uri="{FF2B5EF4-FFF2-40B4-BE49-F238E27FC236}">
                <a16:creationId xmlns:a16="http://schemas.microsoft.com/office/drawing/2014/main" id="{D5807FCF-D7D1-4D69-B468-F27D470D6DB8}"/>
              </a:ext>
            </a:extLst>
          </p:cNvPr>
          <p:cNvSpPr txBox="1"/>
          <p:nvPr/>
        </p:nvSpPr>
        <p:spPr>
          <a:xfrm>
            <a:off x="2232988" y="2454700"/>
            <a:ext cx="132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revision 4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(77 MB)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72;g96b2f0a949_0_72">
            <a:extLst>
              <a:ext uri="{FF2B5EF4-FFF2-40B4-BE49-F238E27FC236}">
                <a16:creationId xmlns:a16="http://schemas.microsoft.com/office/drawing/2014/main" id="{4C747F98-B52B-45D1-BBFB-42A9E4D06E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5175" y="2993550"/>
            <a:ext cx="1140826" cy="114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73;g96b2f0a949_0_72">
            <a:extLst>
              <a:ext uri="{FF2B5EF4-FFF2-40B4-BE49-F238E27FC236}">
                <a16:creationId xmlns:a16="http://schemas.microsoft.com/office/drawing/2014/main" id="{3EEE4E1E-7D63-4484-8DCF-B139B2B1384D}"/>
              </a:ext>
            </a:extLst>
          </p:cNvPr>
          <p:cNvSpPr txBox="1"/>
          <p:nvPr/>
        </p:nvSpPr>
        <p:spPr>
          <a:xfrm>
            <a:off x="3561388" y="2454700"/>
            <a:ext cx="132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revision 5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(100 MB)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74;g96b2f0a949_0_72">
            <a:extLst>
              <a:ext uri="{FF2B5EF4-FFF2-40B4-BE49-F238E27FC236}">
                <a16:creationId xmlns:a16="http://schemas.microsoft.com/office/drawing/2014/main" id="{9CCFFDEC-4B07-4039-B383-4955ABC0A479}"/>
              </a:ext>
            </a:extLst>
          </p:cNvPr>
          <p:cNvSpPr txBox="1"/>
          <p:nvPr/>
        </p:nvSpPr>
        <p:spPr>
          <a:xfrm>
            <a:off x="6290425" y="2098700"/>
            <a:ext cx="14886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 Much Space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160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79;g96b2f0a949_0_118">
            <a:extLst>
              <a:ext uri="{FF2B5EF4-FFF2-40B4-BE49-F238E27FC236}">
                <a16:creationId xmlns:a16="http://schemas.microsoft.com/office/drawing/2014/main" id="{23531EF7-03B6-4945-A525-5D1E61BD42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7437" y="657491"/>
            <a:ext cx="1140826" cy="11408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180;g96b2f0a949_0_118">
            <a:extLst>
              <a:ext uri="{FF2B5EF4-FFF2-40B4-BE49-F238E27FC236}">
                <a16:creationId xmlns:a16="http://schemas.microsoft.com/office/drawing/2014/main" id="{08D89D20-B503-4281-B06C-482F90C6935E}"/>
              </a:ext>
            </a:extLst>
          </p:cNvPr>
          <p:cNvCxnSpPr/>
          <p:nvPr/>
        </p:nvCxnSpPr>
        <p:spPr>
          <a:xfrm rot="10800000" flipH="1">
            <a:off x="839250" y="2282800"/>
            <a:ext cx="7465500" cy="489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81;g96b2f0a949_0_118">
            <a:extLst>
              <a:ext uri="{FF2B5EF4-FFF2-40B4-BE49-F238E27FC236}">
                <a16:creationId xmlns:a16="http://schemas.microsoft.com/office/drawing/2014/main" id="{19467930-3C68-4237-A11E-31BE6A8B9CE9}"/>
              </a:ext>
            </a:extLst>
          </p:cNvPr>
          <p:cNvSpPr/>
          <p:nvPr/>
        </p:nvSpPr>
        <p:spPr>
          <a:xfrm>
            <a:off x="1564250" y="197410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82;g96b2f0a949_0_118">
            <a:extLst>
              <a:ext uri="{FF2B5EF4-FFF2-40B4-BE49-F238E27FC236}">
                <a16:creationId xmlns:a16="http://schemas.microsoft.com/office/drawing/2014/main" id="{6111AAB5-0D22-414B-AA4B-C5AB749C26DF}"/>
              </a:ext>
            </a:extLst>
          </p:cNvPr>
          <p:cNvSpPr/>
          <p:nvPr/>
        </p:nvSpPr>
        <p:spPr>
          <a:xfrm>
            <a:off x="3000075" y="201872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83;g96b2f0a949_0_118">
            <a:extLst>
              <a:ext uri="{FF2B5EF4-FFF2-40B4-BE49-F238E27FC236}">
                <a16:creationId xmlns:a16="http://schemas.microsoft.com/office/drawing/2014/main" id="{5F69FEED-52CF-4A6E-B5A8-63C749800DCF}"/>
              </a:ext>
            </a:extLst>
          </p:cNvPr>
          <p:cNvSpPr/>
          <p:nvPr/>
        </p:nvSpPr>
        <p:spPr>
          <a:xfrm>
            <a:off x="5925050" y="197410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84;g96b2f0a949_0_118">
            <a:extLst>
              <a:ext uri="{FF2B5EF4-FFF2-40B4-BE49-F238E27FC236}">
                <a16:creationId xmlns:a16="http://schemas.microsoft.com/office/drawing/2014/main" id="{8B9DCE54-DD52-41CD-8F82-7591144C9FA6}"/>
              </a:ext>
            </a:extLst>
          </p:cNvPr>
          <p:cNvSpPr/>
          <p:nvPr/>
        </p:nvSpPr>
        <p:spPr>
          <a:xfrm>
            <a:off x="7194350" y="197410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85;g96b2f0a949_0_118">
            <a:extLst>
              <a:ext uri="{FF2B5EF4-FFF2-40B4-BE49-F238E27FC236}">
                <a16:creationId xmlns:a16="http://schemas.microsoft.com/office/drawing/2014/main" id="{8DF861A3-B2F2-4CF5-A7E2-515358B9A716}"/>
              </a:ext>
            </a:extLst>
          </p:cNvPr>
          <p:cNvSpPr/>
          <p:nvPr/>
        </p:nvSpPr>
        <p:spPr>
          <a:xfrm>
            <a:off x="4379300" y="201872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86;g96b2f0a949_0_118">
            <a:extLst>
              <a:ext uri="{FF2B5EF4-FFF2-40B4-BE49-F238E27FC236}">
                <a16:creationId xmlns:a16="http://schemas.microsoft.com/office/drawing/2014/main" id="{592FF04A-5414-44E1-887A-7D472935D441}"/>
              </a:ext>
            </a:extLst>
          </p:cNvPr>
          <p:cNvSpPr txBox="1"/>
          <p:nvPr/>
        </p:nvSpPr>
        <p:spPr>
          <a:xfrm>
            <a:off x="1445300" y="2853075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V.1.0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87;g96b2f0a949_0_118">
            <a:extLst>
              <a:ext uri="{FF2B5EF4-FFF2-40B4-BE49-F238E27FC236}">
                <a16:creationId xmlns:a16="http://schemas.microsoft.com/office/drawing/2014/main" id="{D63A7A67-DC7B-4BA7-9947-5B9B313C43C4}"/>
              </a:ext>
            </a:extLst>
          </p:cNvPr>
          <p:cNvSpPr txBox="1"/>
          <p:nvPr/>
        </p:nvSpPr>
        <p:spPr>
          <a:xfrm>
            <a:off x="2672175" y="2809525"/>
            <a:ext cx="12729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feature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88;g96b2f0a949_0_118">
            <a:extLst>
              <a:ext uri="{FF2B5EF4-FFF2-40B4-BE49-F238E27FC236}">
                <a16:creationId xmlns:a16="http://schemas.microsoft.com/office/drawing/2014/main" id="{DBCA3735-B1F0-456A-854C-763BA89FBF33}"/>
              </a:ext>
            </a:extLst>
          </p:cNvPr>
          <p:cNvSpPr txBox="1"/>
          <p:nvPr/>
        </p:nvSpPr>
        <p:spPr>
          <a:xfrm>
            <a:off x="4051400" y="2809525"/>
            <a:ext cx="12729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more feature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89;g96b2f0a949_0_118">
            <a:extLst>
              <a:ext uri="{FF2B5EF4-FFF2-40B4-BE49-F238E27FC236}">
                <a16:creationId xmlns:a16="http://schemas.microsoft.com/office/drawing/2014/main" id="{E6C2B685-94DB-4F43-97B6-67E2DF19A019}"/>
              </a:ext>
            </a:extLst>
          </p:cNvPr>
          <p:cNvSpPr txBox="1"/>
          <p:nvPr/>
        </p:nvSpPr>
        <p:spPr>
          <a:xfrm>
            <a:off x="5806100" y="2853075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V.1.1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90;g96b2f0a949_0_118">
            <a:extLst>
              <a:ext uri="{FF2B5EF4-FFF2-40B4-BE49-F238E27FC236}">
                <a16:creationId xmlns:a16="http://schemas.microsoft.com/office/drawing/2014/main" id="{1F9E790D-759C-4D2F-8028-B62F1B976B7F}"/>
              </a:ext>
            </a:extLst>
          </p:cNvPr>
          <p:cNvSpPr txBox="1"/>
          <p:nvPr/>
        </p:nvSpPr>
        <p:spPr>
          <a:xfrm>
            <a:off x="7075400" y="2853075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V.2.0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1138FBB-0187-4412-B8BB-740A51CE0B74}"/>
              </a:ext>
            </a:extLst>
          </p:cNvPr>
          <p:cNvCxnSpPr/>
          <p:nvPr/>
        </p:nvCxnSpPr>
        <p:spPr>
          <a:xfrm>
            <a:off x="1788607" y="3475825"/>
            <a:ext cx="0" cy="523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A0301C4-EC41-4966-A232-539532302070}"/>
              </a:ext>
            </a:extLst>
          </p:cNvPr>
          <p:cNvCxnSpPr/>
          <p:nvPr/>
        </p:nvCxnSpPr>
        <p:spPr>
          <a:xfrm>
            <a:off x="3267390" y="3475825"/>
            <a:ext cx="0" cy="523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79A007F-3705-4682-BC4C-F0B893D7D49B}"/>
              </a:ext>
            </a:extLst>
          </p:cNvPr>
          <p:cNvCxnSpPr/>
          <p:nvPr/>
        </p:nvCxnSpPr>
        <p:spPr>
          <a:xfrm>
            <a:off x="4664110" y="3475825"/>
            <a:ext cx="0" cy="523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0504F5-4F3B-4634-BD21-6C33C7991254}"/>
              </a:ext>
            </a:extLst>
          </p:cNvPr>
          <p:cNvCxnSpPr/>
          <p:nvPr/>
        </p:nvCxnSpPr>
        <p:spPr>
          <a:xfrm>
            <a:off x="6291943" y="3475825"/>
            <a:ext cx="0" cy="523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DD697A-D11C-45C2-81A9-BCB781C76CC6}"/>
              </a:ext>
            </a:extLst>
          </p:cNvPr>
          <p:cNvCxnSpPr/>
          <p:nvPr/>
        </p:nvCxnSpPr>
        <p:spPr>
          <a:xfrm>
            <a:off x="7497745" y="3475825"/>
            <a:ext cx="0" cy="523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437DF9-C792-4485-8BF7-1CB88256CF18}"/>
              </a:ext>
            </a:extLst>
          </p:cNvPr>
          <p:cNvCxnSpPr/>
          <p:nvPr/>
        </p:nvCxnSpPr>
        <p:spPr>
          <a:xfrm>
            <a:off x="1788607" y="3999244"/>
            <a:ext cx="57091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3643191-E9FA-4A68-BEDC-85F28BA921B9}"/>
              </a:ext>
            </a:extLst>
          </p:cNvPr>
          <p:cNvCxnSpPr/>
          <p:nvPr/>
        </p:nvCxnSpPr>
        <p:spPr>
          <a:xfrm>
            <a:off x="4664110" y="3999244"/>
            <a:ext cx="0" cy="371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B62CE03-11E1-40AB-A378-9E566AEA8A76}"/>
              </a:ext>
            </a:extLst>
          </p:cNvPr>
          <p:cNvSpPr txBox="1"/>
          <p:nvPr/>
        </p:nvSpPr>
        <p:spPr>
          <a:xfrm>
            <a:off x="4067225" y="4458441"/>
            <a:ext cx="1257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Checkpoints</a:t>
            </a:r>
            <a:endParaRPr lang="en-ID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E51C2A-870F-423B-A102-5CF33ABB9BDD}"/>
              </a:ext>
            </a:extLst>
          </p:cNvPr>
          <p:cNvSpPr txBox="1"/>
          <p:nvPr/>
        </p:nvSpPr>
        <p:spPr>
          <a:xfrm>
            <a:off x="3792309" y="198295"/>
            <a:ext cx="180690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Our Project Folder </a:t>
            </a:r>
          </a:p>
          <a:p>
            <a:pPr algn="ctr"/>
            <a:r>
              <a:rPr lang="en-US" sz="1200" dirty="0"/>
              <a:t>(One Folder Only)</a:t>
            </a:r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1187399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96b2f0a949_0_1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2112" y="1544253"/>
            <a:ext cx="3299775" cy="1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E27471-8B3F-4D0C-8A07-1FACA8861DE5}"/>
              </a:ext>
            </a:extLst>
          </p:cNvPr>
          <p:cNvSpPr txBox="1"/>
          <p:nvPr/>
        </p:nvSpPr>
        <p:spPr>
          <a:xfrm>
            <a:off x="3026543" y="572757"/>
            <a:ext cx="3090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Version Control System</a:t>
            </a:r>
            <a:endParaRPr lang="en-ID" sz="2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85800" y="841773"/>
            <a:ext cx="7772400" cy="23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 sz="4800" dirty="0"/>
              <a:t>Git</a:t>
            </a:r>
            <a:endParaRPr sz="4800" dirty="0"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685800" y="3267075"/>
            <a:ext cx="77724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Git Configuration &amp; Initialization</a:t>
            </a:r>
          </a:p>
        </p:txBody>
      </p:sp>
      <p:sp>
        <p:nvSpPr>
          <p:cNvPr id="104" name="Google Shape;104;p1"/>
          <p:cNvSpPr/>
          <p:nvPr/>
        </p:nvSpPr>
        <p:spPr>
          <a:xfrm>
            <a:off x="774235" y="507258"/>
            <a:ext cx="2983481" cy="334515"/>
          </a:xfrm>
          <a:prstGeom prst="rect">
            <a:avLst/>
          </a:prstGeom>
          <a:solidFill>
            <a:srgbClr val="037A7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74235" y="507258"/>
            <a:ext cx="29834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SESSION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9</a:t>
            </a:r>
            <a:endParaRPr sz="1400" b="0" i="0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119781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5961D-E98D-4085-AF88-2580A987B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Configuration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AF303-C178-46A4-95AE-BCFF60F43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89316"/>
            <a:ext cx="8445013" cy="3126600"/>
          </a:xfrm>
        </p:spPr>
        <p:txBody>
          <a:bodyPr/>
          <a:lstStyle/>
          <a:p>
            <a:pPr marL="114300" indent="0">
              <a:buNone/>
            </a:pPr>
            <a:r>
              <a:rPr lang="en-US" sz="1600" dirty="0"/>
              <a:t>      </a:t>
            </a:r>
            <a:r>
              <a:rPr lang="en-US" b="1" dirty="0"/>
              <a:t>Functions			Commands</a:t>
            </a:r>
          </a:p>
          <a:p>
            <a:r>
              <a:rPr lang="en-US" sz="1600" dirty="0"/>
              <a:t>Check git version</a:t>
            </a:r>
            <a:r>
              <a:rPr lang="en-ID" sz="1600" dirty="0"/>
              <a:t>	=&gt; 	git --version</a:t>
            </a:r>
          </a:p>
          <a:p>
            <a:r>
              <a:rPr lang="en-ID" sz="1600" dirty="0"/>
              <a:t>Check username	=&gt;	git config user.name</a:t>
            </a:r>
          </a:p>
          <a:p>
            <a:r>
              <a:rPr lang="en-ID" sz="1600" dirty="0"/>
              <a:t>Check user email	=&gt;	git config </a:t>
            </a:r>
            <a:r>
              <a:rPr lang="en-ID" sz="1600" dirty="0" err="1"/>
              <a:t>user.email</a:t>
            </a:r>
            <a:endParaRPr lang="en-ID" sz="1600" dirty="0"/>
          </a:p>
          <a:p>
            <a:r>
              <a:rPr lang="en-ID" sz="1600" dirty="0"/>
              <a:t>Set username		=&gt;	git config --global user.name baron</a:t>
            </a:r>
          </a:p>
          <a:p>
            <a:r>
              <a:rPr lang="en-ID" sz="1600" dirty="0"/>
              <a:t>Set email		=&gt;	git config --global </a:t>
            </a:r>
            <a:r>
              <a:rPr lang="en-ID" sz="1600" dirty="0" err="1"/>
              <a:t>user.email</a:t>
            </a:r>
            <a:r>
              <a:rPr lang="en-ID" sz="1600" dirty="0"/>
              <a:t> </a:t>
            </a:r>
            <a:r>
              <a:rPr lang="en-ID" sz="1600" dirty="0">
                <a:hlinkClick r:id="rId3"/>
              </a:rPr>
              <a:t>baron@test.com</a:t>
            </a:r>
            <a:endParaRPr lang="en-ID" sz="1600" dirty="0"/>
          </a:p>
          <a:p>
            <a:r>
              <a:rPr lang="en-ID" sz="1600" dirty="0"/>
              <a:t>Git help		=&gt;	git --help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58932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E4AB7-E253-4F52-A3BD-8BDAF06FF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to Run Git Commands</a:t>
            </a:r>
            <a:endParaRPr lang="en-ID" dirty="0"/>
          </a:p>
        </p:txBody>
      </p:sp>
      <p:pic>
        <p:nvPicPr>
          <p:cNvPr id="1026" name="Picture 2" descr="Using git commands on Windows">
            <a:extLst>
              <a:ext uri="{FF2B5EF4-FFF2-40B4-BE49-F238E27FC236}">
                <a16:creationId xmlns:a16="http://schemas.microsoft.com/office/drawing/2014/main" id="{97EB8ADD-01BB-42F1-9D1E-2CDFD55C3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357" y="1460377"/>
            <a:ext cx="2222745" cy="2222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shell Icon of Flat style - Available in SVG, PNG, EPS, AI &amp; Icon fonts">
            <a:extLst>
              <a:ext uri="{FF2B5EF4-FFF2-40B4-BE49-F238E27FC236}">
                <a16:creationId xmlns:a16="http://schemas.microsoft.com/office/drawing/2014/main" id="{98A364C0-22C5-45F4-8320-051B9B522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605" y="1460377"/>
            <a:ext cx="2222745" cy="2222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EF3EF5-1E74-4BCB-84DB-670ADEF7EA42}"/>
              </a:ext>
            </a:extLst>
          </p:cNvPr>
          <p:cNvSpPr txBox="1"/>
          <p:nvPr/>
        </p:nvSpPr>
        <p:spPr>
          <a:xfrm>
            <a:off x="1448551" y="3875453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Git Bash</a:t>
            </a:r>
            <a:endParaRPr lang="en-ID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06AEA-27EC-462C-99F5-B079E4DEE24C}"/>
              </a:ext>
            </a:extLst>
          </p:cNvPr>
          <p:cNvSpPr txBox="1"/>
          <p:nvPr/>
        </p:nvSpPr>
        <p:spPr>
          <a:xfrm>
            <a:off x="6410756" y="3875452"/>
            <a:ext cx="1986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Windows PowerShell</a:t>
            </a:r>
            <a:endParaRPr lang="en-ID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341F16-E203-4F5F-A282-C60358DA960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2987" t="12230" r="24355" b="16000"/>
          <a:stretch/>
        </p:blipFill>
        <p:spPr>
          <a:xfrm>
            <a:off x="3346099" y="1505838"/>
            <a:ext cx="2331220" cy="21181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E8C842-5A72-45FF-8DB8-9467A37CF5E7}"/>
              </a:ext>
            </a:extLst>
          </p:cNvPr>
          <p:cNvSpPr txBox="1"/>
          <p:nvPr/>
        </p:nvSpPr>
        <p:spPr>
          <a:xfrm>
            <a:off x="3712451" y="3767731"/>
            <a:ext cx="1598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Terminal</a:t>
            </a:r>
          </a:p>
          <a:p>
            <a:pPr algn="ctr"/>
            <a:r>
              <a:rPr lang="en-US" dirty="0"/>
              <a:t>(Mac OS &amp; Linux)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01931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96b2f0a949_0_1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067" y="1573874"/>
            <a:ext cx="1140826" cy="114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96b2f0a949_0_1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41800" y="1357450"/>
            <a:ext cx="2797651" cy="15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96b2f0a949_0_169"/>
          <p:cNvSpPr/>
          <p:nvPr/>
        </p:nvSpPr>
        <p:spPr>
          <a:xfrm>
            <a:off x="3357300" y="2008425"/>
            <a:ext cx="1557600" cy="27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96b2f0a949_0_169"/>
          <p:cNvSpPr txBox="1"/>
          <p:nvPr/>
        </p:nvSpPr>
        <p:spPr>
          <a:xfrm>
            <a:off x="2831784" y="1260258"/>
            <a:ext cx="2610016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git </a:t>
            </a:r>
            <a:r>
              <a:rPr lang="en-US" sz="1600" b="1" dirty="0" err="1"/>
              <a:t>i</a:t>
            </a:r>
            <a:r>
              <a:rPr lang="en-U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nit</a:t>
            </a:r>
            <a:endParaRPr lang="en-US"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(create Git repository)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3954DC-7A43-4259-8041-5C0CF2516753}"/>
              </a:ext>
            </a:extLst>
          </p:cNvPr>
          <p:cNvSpPr txBox="1"/>
          <p:nvPr/>
        </p:nvSpPr>
        <p:spPr>
          <a:xfrm>
            <a:off x="904549" y="2862432"/>
            <a:ext cx="15574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Folder that we want to keep track with git</a:t>
            </a:r>
            <a:endParaRPr lang="en-ID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2EA9-BEB8-4815-BAB2-17A114811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Git repository?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86D14-2891-418D-9537-C15C70D53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600" dirty="0"/>
              <a:t>A Git repository is a virtual storage of our project. 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It allows us to save versions of our code, which we can access when needed. </a:t>
            </a:r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1433025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5AC3A-9D2B-4B31-833A-C692E5443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Initalizing</a:t>
            </a:r>
            <a:r>
              <a:rPr lang="en-US" dirty="0"/>
              <a:t> a new repository: git </a:t>
            </a:r>
            <a:r>
              <a:rPr lang="en-US" dirty="0" err="1"/>
              <a:t>init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F72B2-D6B5-44FF-A30F-FAA96518D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To create a new repo, we will use the git </a:t>
            </a:r>
            <a:r>
              <a:rPr lang="en-US" dirty="0" err="1"/>
              <a:t>init</a:t>
            </a:r>
            <a:r>
              <a:rPr lang="en-US" dirty="0"/>
              <a:t> command.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git </a:t>
            </a:r>
            <a:r>
              <a:rPr lang="en-US" dirty="0" err="1"/>
              <a:t>init</a:t>
            </a:r>
            <a:r>
              <a:rPr lang="en-US" dirty="0"/>
              <a:t> is a one-time command we use during the initial setup of a new repo.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Executing this command will create a new .git subdirectory in our current working directory.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25460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85800" y="841773"/>
            <a:ext cx="7772400" cy="23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 sz="4800" dirty="0"/>
              <a:t>Git</a:t>
            </a:r>
            <a:endParaRPr sz="4800" dirty="0"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685800" y="3267075"/>
            <a:ext cx="77724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Git Saving Things</a:t>
            </a:r>
          </a:p>
        </p:txBody>
      </p:sp>
      <p:sp>
        <p:nvSpPr>
          <p:cNvPr id="104" name="Google Shape;104;p1"/>
          <p:cNvSpPr/>
          <p:nvPr/>
        </p:nvSpPr>
        <p:spPr>
          <a:xfrm>
            <a:off x="774235" y="507258"/>
            <a:ext cx="2983481" cy="334515"/>
          </a:xfrm>
          <a:prstGeom prst="rect">
            <a:avLst/>
          </a:prstGeom>
          <a:solidFill>
            <a:srgbClr val="037A7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74235" y="507258"/>
            <a:ext cx="29834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SESSION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9</a:t>
            </a:r>
            <a:endParaRPr sz="1400" b="0" i="0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788361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9;g96b2f0a949_0_200">
            <a:extLst>
              <a:ext uri="{FF2B5EF4-FFF2-40B4-BE49-F238E27FC236}">
                <a16:creationId xmlns:a16="http://schemas.microsoft.com/office/drawing/2014/main" id="{FDBFD674-36BD-4746-B4BF-E633A16DEAC9}"/>
              </a:ext>
            </a:extLst>
          </p:cNvPr>
          <p:cNvSpPr txBox="1"/>
          <p:nvPr/>
        </p:nvSpPr>
        <p:spPr>
          <a:xfrm>
            <a:off x="1175675" y="1371600"/>
            <a:ext cx="17634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UNTRACKED / MODIFIED</a:t>
            </a:r>
            <a:endParaRPr sz="18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50;g96b2f0a949_0_200">
            <a:extLst>
              <a:ext uri="{FF2B5EF4-FFF2-40B4-BE49-F238E27FC236}">
                <a16:creationId xmlns:a16="http://schemas.microsoft.com/office/drawing/2014/main" id="{3C02395D-7637-4100-8973-552B81FF150F}"/>
              </a:ext>
            </a:extLst>
          </p:cNvPr>
          <p:cNvSpPr txBox="1"/>
          <p:nvPr/>
        </p:nvSpPr>
        <p:spPr>
          <a:xfrm>
            <a:off x="3409424" y="1371600"/>
            <a:ext cx="2027875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</a:rPr>
              <a:t>STAGING AREA</a:t>
            </a:r>
            <a:endParaRPr sz="18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51;g96b2f0a949_0_200">
            <a:extLst>
              <a:ext uri="{FF2B5EF4-FFF2-40B4-BE49-F238E27FC236}">
                <a16:creationId xmlns:a16="http://schemas.microsoft.com/office/drawing/2014/main" id="{54E4CF54-C2E2-4292-938D-F6AD5A6A4C47}"/>
              </a:ext>
            </a:extLst>
          </p:cNvPr>
          <p:cNvSpPr txBox="1"/>
          <p:nvPr/>
        </p:nvSpPr>
        <p:spPr>
          <a:xfrm>
            <a:off x="5750875" y="1406550"/>
            <a:ext cx="17634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 sz="18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Google Shape;252;g96b2f0a949_0_200">
            <a:extLst>
              <a:ext uri="{FF2B5EF4-FFF2-40B4-BE49-F238E27FC236}">
                <a16:creationId xmlns:a16="http://schemas.microsoft.com/office/drawing/2014/main" id="{9B12BA65-C895-4689-8ED6-D75D37096CC8}"/>
              </a:ext>
            </a:extLst>
          </p:cNvPr>
          <p:cNvCxnSpPr/>
          <p:nvPr/>
        </p:nvCxnSpPr>
        <p:spPr>
          <a:xfrm>
            <a:off x="3252650" y="744575"/>
            <a:ext cx="29400" cy="3527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253;g96b2f0a949_0_200">
            <a:extLst>
              <a:ext uri="{FF2B5EF4-FFF2-40B4-BE49-F238E27FC236}">
                <a16:creationId xmlns:a16="http://schemas.microsoft.com/office/drawing/2014/main" id="{8FCC5D5B-1C39-4B5B-A78D-86675005D208}"/>
              </a:ext>
            </a:extLst>
          </p:cNvPr>
          <p:cNvCxnSpPr/>
          <p:nvPr/>
        </p:nvCxnSpPr>
        <p:spPr>
          <a:xfrm>
            <a:off x="5750875" y="744575"/>
            <a:ext cx="29400" cy="3527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881256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2C83-0399-428D-8628-EF8165BEF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Saving Changes</a:t>
            </a:r>
            <a:endParaRPr lang="en-ID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EB69E2C-A7DA-4AB9-8A11-84325CF01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676" y="1359170"/>
            <a:ext cx="9485645" cy="3126600"/>
          </a:xfrm>
        </p:spPr>
        <p:txBody>
          <a:bodyPr/>
          <a:lstStyle/>
          <a:p>
            <a:pPr marL="114300" indent="0">
              <a:buNone/>
            </a:pPr>
            <a:r>
              <a:rPr lang="en-US" sz="1600" dirty="0"/>
              <a:t>      </a:t>
            </a:r>
            <a:r>
              <a:rPr lang="en-US" sz="1600" b="1" dirty="0"/>
              <a:t>Functions				Commands</a:t>
            </a:r>
            <a:endParaRPr lang="en-US" b="1" dirty="0"/>
          </a:p>
          <a:p>
            <a:r>
              <a:rPr lang="en-US" sz="1400" dirty="0"/>
              <a:t>Check file status</a:t>
            </a:r>
            <a:r>
              <a:rPr lang="en-ID" sz="1400" dirty="0"/>
              <a:t>			=&gt; 	git status</a:t>
            </a:r>
          </a:p>
          <a:p>
            <a:r>
              <a:rPr lang="en-ID" sz="1400" dirty="0"/>
              <a:t>Add file to staging area		=&gt;	git add &lt;</a:t>
            </a:r>
            <a:r>
              <a:rPr lang="en-ID" sz="1400" dirty="0" err="1"/>
              <a:t>namaFile.xyz</a:t>
            </a:r>
            <a:r>
              <a:rPr lang="en-ID" sz="1400" dirty="0"/>
              <a:t>&gt;  // add just a file</a:t>
            </a:r>
          </a:p>
          <a:p>
            <a:pPr marL="3340100" lvl="7" indent="0">
              <a:buNone/>
            </a:pPr>
            <a:r>
              <a:rPr lang="en-ID" dirty="0"/>
              <a:t> 		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git add .		  // add all files</a:t>
            </a:r>
          </a:p>
          <a:p>
            <a:r>
              <a:rPr lang="en-ID" sz="1400" dirty="0"/>
              <a:t>Remove file from staging area	=&gt;	git rm --cached &lt;</a:t>
            </a:r>
            <a:r>
              <a:rPr lang="en-ID" sz="1400" dirty="0" err="1"/>
              <a:t>namaFile.xyz</a:t>
            </a:r>
            <a:r>
              <a:rPr lang="en-ID" sz="1400" dirty="0"/>
              <a:t>&gt; // remove just a file</a:t>
            </a:r>
          </a:p>
          <a:p>
            <a:pPr marL="114300" indent="0">
              <a:buNone/>
            </a:pPr>
            <a:r>
              <a:rPr lang="en-ID" sz="1400" dirty="0"/>
              <a:t>       (when commit history empty)			git rm --cached *	              // remove all files</a:t>
            </a:r>
          </a:p>
          <a:p>
            <a:r>
              <a:rPr lang="en-ID" sz="1400" dirty="0"/>
              <a:t>Remove file from staging area	=&gt;	git restore --staged &lt;</a:t>
            </a:r>
            <a:r>
              <a:rPr lang="en-ID" sz="1400" dirty="0" err="1"/>
              <a:t>namaFile.xyz</a:t>
            </a:r>
            <a:r>
              <a:rPr lang="en-ID" sz="1400" dirty="0"/>
              <a:t>&gt; // remove just a file</a:t>
            </a:r>
          </a:p>
          <a:p>
            <a:pPr marL="114300" indent="0">
              <a:buNone/>
            </a:pPr>
            <a:r>
              <a:rPr lang="en-ID" sz="1400" dirty="0"/>
              <a:t>       (when commit history not empty)		git restore --staged .		  // remove all files</a:t>
            </a:r>
          </a:p>
          <a:p>
            <a:r>
              <a:rPr lang="en-ID" sz="1400" dirty="0"/>
              <a:t>Making commit/checkpoint		=&gt;	git commit –m “description”</a:t>
            </a:r>
          </a:p>
          <a:p>
            <a:r>
              <a:rPr lang="en-ID" sz="1400" dirty="0"/>
              <a:t>See commit history		=&gt;	git log</a:t>
            </a:r>
          </a:p>
          <a:p>
            <a:pPr marL="3797300" lvl="8" indent="0">
              <a:buNone/>
            </a:pPr>
            <a:r>
              <a:rPr lang="en-ID" sz="1000" dirty="0"/>
              <a:t>	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git log --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oneline</a:t>
            </a:r>
            <a:endParaRPr lang="en-ID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955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85800" y="841773"/>
            <a:ext cx="7772400" cy="23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 sz="4800" dirty="0"/>
              <a:t>Git</a:t>
            </a:r>
            <a:endParaRPr sz="4800" dirty="0"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685800" y="3267075"/>
            <a:ext cx="77724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Git Undo-</a:t>
            </a:r>
            <a:r>
              <a:rPr lang="en-US" dirty="0" err="1"/>
              <a:t>ing</a:t>
            </a:r>
            <a:r>
              <a:rPr lang="en-US" dirty="0"/>
              <a:t> Things</a:t>
            </a:r>
          </a:p>
        </p:txBody>
      </p:sp>
      <p:sp>
        <p:nvSpPr>
          <p:cNvPr id="104" name="Google Shape;104;p1"/>
          <p:cNvSpPr/>
          <p:nvPr/>
        </p:nvSpPr>
        <p:spPr>
          <a:xfrm>
            <a:off x="774235" y="507258"/>
            <a:ext cx="2983481" cy="334515"/>
          </a:xfrm>
          <a:prstGeom prst="rect">
            <a:avLst/>
          </a:prstGeom>
          <a:solidFill>
            <a:srgbClr val="037A7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74235" y="507258"/>
            <a:ext cx="29834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SESSION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9</a:t>
            </a:r>
            <a:endParaRPr sz="1400" b="0" i="0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429707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g96b2f0a949_0_209"/>
          <p:cNvCxnSpPr/>
          <p:nvPr/>
        </p:nvCxnSpPr>
        <p:spPr>
          <a:xfrm rot="10800000" flipH="1">
            <a:off x="839250" y="2282800"/>
            <a:ext cx="7465500" cy="489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7" name="Google Shape;267;g96b2f0a949_0_209"/>
          <p:cNvSpPr/>
          <p:nvPr/>
        </p:nvSpPr>
        <p:spPr>
          <a:xfrm>
            <a:off x="1564250" y="197410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96b2f0a949_0_209"/>
          <p:cNvSpPr/>
          <p:nvPr/>
        </p:nvSpPr>
        <p:spPr>
          <a:xfrm>
            <a:off x="3000075" y="201872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96b2f0a949_0_209"/>
          <p:cNvSpPr/>
          <p:nvPr/>
        </p:nvSpPr>
        <p:spPr>
          <a:xfrm>
            <a:off x="5925050" y="197410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96b2f0a949_0_209"/>
          <p:cNvSpPr/>
          <p:nvPr/>
        </p:nvSpPr>
        <p:spPr>
          <a:xfrm>
            <a:off x="7194350" y="197410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96b2f0a949_0_209"/>
          <p:cNvSpPr/>
          <p:nvPr/>
        </p:nvSpPr>
        <p:spPr>
          <a:xfrm>
            <a:off x="4379300" y="201872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96b2f0a949_0_209"/>
          <p:cNvSpPr txBox="1"/>
          <p:nvPr/>
        </p:nvSpPr>
        <p:spPr>
          <a:xfrm>
            <a:off x="1370768" y="2853075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pertama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g96b2f0a949_0_209"/>
          <p:cNvCxnSpPr/>
          <p:nvPr/>
        </p:nvCxnSpPr>
        <p:spPr>
          <a:xfrm flipH="1">
            <a:off x="1791600" y="1204825"/>
            <a:ext cx="5560800" cy="9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8" name="Google Shape;278;g96b2f0a949_0_209"/>
          <p:cNvSpPr txBox="1"/>
          <p:nvPr/>
        </p:nvSpPr>
        <p:spPr>
          <a:xfrm>
            <a:off x="3071675" y="351675"/>
            <a:ext cx="3123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git checkout / git revert / git reset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72;g96b2f0a949_0_209">
            <a:extLst>
              <a:ext uri="{FF2B5EF4-FFF2-40B4-BE49-F238E27FC236}">
                <a16:creationId xmlns:a16="http://schemas.microsoft.com/office/drawing/2014/main" id="{952AE8DF-6932-451E-A3FF-6647B44E21FE}"/>
              </a:ext>
            </a:extLst>
          </p:cNvPr>
          <p:cNvSpPr txBox="1"/>
          <p:nvPr/>
        </p:nvSpPr>
        <p:spPr>
          <a:xfrm>
            <a:off x="2806593" y="2850468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kedua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272;g96b2f0a949_0_209">
            <a:extLst>
              <a:ext uri="{FF2B5EF4-FFF2-40B4-BE49-F238E27FC236}">
                <a16:creationId xmlns:a16="http://schemas.microsoft.com/office/drawing/2014/main" id="{537DDE4B-8935-4488-B143-C58076BE92B9}"/>
              </a:ext>
            </a:extLst>
          </p:cNvPr>
          <p:cNvSpPr txBox="1"/>
          <p:nvPr/>
        </p:nvSpPr>
        <p:spPr>
          <a:xfrm>
            <a:off x="4185818" y="2811800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ketiga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272;g96b2f0a949_0_209">
            <a:extLst>
              <a:ext uri="{FF2B5EF4-FFF2-40B4-BE49-F238E27FC236}">
                <a16:creationId xmlns:a16="http://schemas.microsoft.com/office/drawing/2014/main" id="{77D6F046-6C84-4792-95E9-B7BEA3B55A4D}"/>
              </a:ext>
            </a:extLst>
          </p:cNvPr>
          <p:cNvSpPr txBox="1"/>
          <p:nvPr/>
        </p:nvSpPr>
        <p:spPr>
          <a:xfrm>
            <a:off x="5662847" y="2811800"/>
            <a:ext cx="1141505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keempat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72;g96b2f0a949_0_209">
            <a:extLst>
              <a:ext uri="{FF2B5EF4-FFF2-40B4-BE49-F238E27FC236}">
                <a16:creationId xmlns:a16="http://schemas.microsoft.com/office/drawing/2014/main" id="{1C762B9C-6D86-4D43-8753-FDA1CD5252F1}"/>
              </a:ext>
            </a:extLst>
          </p:cNvPr>
          <p:cNvSpPr txBox="1"/>
          <p:nvPr/>
        </p:nvSpPr>
        <p:spPr>
          <a:xfrm>
            <a:off x="7000868" y="2798488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kelima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CF1A-B7C8-49AC-94F0-A90AB300C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25"/>
            <a:ext cx="7886700" cy="994200"/>
          </a:xfrm>
        </p:spPr>
        <p:txBody>
          <a:bodyPr/>
          <a:lstStyle/>
          <a:p>
            <a:r>
              <a:rPr lang="en-US" dirty="0"/>
              <a:t>git checkout</a:t>
            </a:r>
            <a:endParaRPr lang="en-ID" dirty="0"/>
          </a:p>
        </p:txBody>
      </p:sp>
      <p:cxnSp>
        <p:nvCxnSpPr>
          <p:cNvPr id="4" name="Google Shape;291;g99ec94a9a0_0_29">
            <a:extLst>
              <a:ext uri="{FF2B5EF4-FFF2-40B4-BE49-F238E27FC236}">
                <a16:creationId xmlns:a16="http://schemas.microsoft.com/office/drawing/2014/main" id="{CDF217EF-5E96-41E0-9F9C-626CEFFA23DD}"/>
              </a:ext>
            </a:extLst>
          </p:cNvPr>
          <p:cNvCxnSpPr/>
          <p:nvPr/>
        </p:nvCxnSpPr>
        <p:spPr>
          <a:xfrm rot="10800000" flipH="1">
            <a:off x="839250" y="1855825"/>
            <a:ext cx="7465500" cy="489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292;g99ec94a9a0_0_29">
            <a:extLst>
              <a:ext uri="{FF2B5EF4-FFF2-40B4-BE49-F238E27FC236}">
                <a16:creationId xmlns:a16="http://schemas.microsoft.com/office/drawing/2014/main" id="{C1D36A5A-F817-4CC4-ABCD-5145C331A698}"/>
              </a:ext>
            </a:extLst>
          </p:cNvPr>
          <p:cNvSpPr/>
          <p:nvPr/>
        </p:nvSpPr>
        <p:spPr>
          <a:xfrm>
            <a:off x="1564250" y="154712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93;g99ec94a9a0_0_29">
            <a:extLst>
              <a:ext uri="{FF2B5EF4-FFF2-40B4-BE49-F238E27FC236}">
                <a16:creationId xmlns:a16="http://schemas.microsoft.com/office/drawing/2014/main" id="{0E7B6CEA-04A1-42B9-8ED1-8867FE429718}"/>
              </a:ext>
            </a:extLst>
          </p:cNvPr>
          <p:cNvSpPr/>
          <p:nvPr/>
        </p:nvSpPr>
        <p:spPr>
          <a:xfrm>
            <a:off x="3000075" y="1591750"/>
            <a:ext cx="617100" cy="666300"/>
          </a:xfrm>
          <a:prstGeom prst="ellipse">
            <a:avLst/>
          </a:prstGeom>
          <a:solidFill>
            <a:srgbClr val="00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94;g99ec94a9a0_0_29">
            <a:extLst>
              <a:ext uri="{FF2B5EF4-FFF2-40B4-BE49-F238E27FC236}">
                <a16:creationId xmlns:a16="http://schemas.microsoft.com/office/drawing/2014/main" id="{6D8CA3DB-1BAD-4A1A-98BE-BDD93986EF0A}"/>
              </a:ext>
            </a:extLst>
          </p:cNvPr>
          <p:cNvSpPr/>
          <p:nvPr/>
        </p:nvSpPr>
        <p:spPr>
          <a:xfrm>
            <a:off x="5925050" y="154712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295;g99ec94a9a0_0_29">
            <a:extLst>
              <a:ext uri="{FF2B5EF4-FFF2-40B4-BE49-F238E27FC236}">
                <a16:creationId xmlns:a16="http://schemas.microsoft.com/office/drawing/2014/main" id="{C18985F0-0E81-43E7-8DBF-A4D07044951B}"/>
              </a:ext>
            </a:extLst>
          </p:cNvPr>
          <p:cNvSpPr/>
          <p:nvPr/>
        </p:nvSpPr>
        <p:spPr>
          <a:xfrm>
            <a:off x="7194350" y="1547125"/>
            <a:ext cx="617100" cy="666300"/>
          </a:xfrm>
          <a:prstGeom prst="ellipse">
            <a:avLst/>
          </a:prstGeom>
          <a:solidFill>
            <a:srgbClr val="00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96;g99ec94a9a0_0_29">
            <a:extLst>
              <a:ext uri="{FF2B5EF4-FFF2-40B4-BE49-F238E27FC236}">
                <a16:creationId xmlns:a16="http://schemas.microsoft.com/office/drawing/2014/main" id="{A4307D21-B58F-41BD-A6FC-AA9C0B4122DE}"/>
              </a:ext>
            </a:extLst>
          </p:cNvPr>
          <p:cNvSpPr/>
          <p:nvPr/>
        </p:nvSpPr>
        <p:spPr>
          <a:xfrm>
            <a:off x="4379300" y="159175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302;g99ec94a9a0_0_29">
            <a:extLst>
              <a:ext uri="{FF2B5EF4-FFF2-40B4-BE49-F238E27FC236}">
                <a16:creationId xmlns:a16="http://schemas.microsoft.com/office/drawing/2014/main" id="{7BD225B8-EDFC-4E4D-BB96-1DFC907DFB0B}"/>
              </a:ext>
            </a:extLst>
          </p:cNvPr>
          <p:cNvCxnSpPr/>
          <p:nvPr/>
        </p:nvCxnSpPr>
        <p:spPr>
          <a:xfrm flipH="1">
            <a:off x="3340725" y="1017576"/>
            <a:ext cx="4095300" cy="9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Google Shape;303;g99ec94a9a0_0_29">
            <a:extLst>
              <a:ext uri="{FF2B5EF4-FFF2-40B4-BE49-F238E27FC236}">
                <a16:creationId xmlns:a16="http://schemas.microsoft.com/office/drawing/2014/main" id="{63840811-F88F-4BD9-B78D-811627B4B3DD}"/>
              </a:ext>
            </a:extLst>
          </p:cNvPr>
          <p:cNvSpPr txBox="1"/>
          <p:nvPr/>
        </p:nvSpPr>
        <p:spPr>
          <a:xfrm>
            <a:off x="3617175" y="429626"/>
            <a:ext cx="38685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checking out project state on commit </a:t>
            </a:r>
            <a:r>
              <a:rPr lang="en-US" dirty="0" err="1"/>
              <a:t>kedua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04;g99ec94a9a0_0_29">
            <a:extLst>
              <a:ext uri="{FF2B5EF4-FFF2-40B4-BE49-F238E27FC236}">
                <a16:creationId xmlns:a16="http://schemas.microsoft.com/office/drawing/2014/main" id="{6393D1EA-09C8-4003-BABF-5A2E539CF560}"/>
              </a:ext>
            </a:extLst>
          </p:cNvPr>
          <p:cNvSpPr txBox="1"/>
          <p:nvPr/>
        </p:nvSpPr>
        <p:spPr>
          <a:xfrm>
            <a:off x="1609700" y="3525000"/>
            <a:ext cx="526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01</a:t>
            </a:r>
            <a:endParaRPr sz="1600" b="1"/>
          </a:p>
        </p:txBody>
      </p:sp>
      <p:sp>
        <p:nvSpPr>
          <p:cNvPr id="18" name="Google Shape;305;g99ec94a9a0_0_29">
            <a:extLst>
              <a:ext uri="{FF2B5EF4-FFF2-40B4-BE49-F238E27FC236}">
                <a16:creationId xmlns:a16="http://schemas.microsoft.com/office/drawing/2014/main" id="{2B5D144A-394F-483E-A04F-5B44E2FD705A}"/>
              </a:ext>
            </a:extLst>
          </p:cNvPr>
          <p:cNvSpPr txBox="1"/>
          <p:nvPr/>
        </p:nvSpPr>
        <p:spPr>
          <a:xfrm>
            <a:off x="3045525" y="3525000"/>
            <a:ext cx="526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02</a:t>
            </a:r>
            <a:endParaRPr sz="1600" b="1"/>
          </a:p>
        </p:txBody>
      </p:sp>
      <p:sp>
        <p:nvSpPr>
          <p:cNvPr id="19" name="Google Shape;306;g99ec94a9a0_0_29">
            <a:extLst>
              <a:ext uri="{FF2B5EF4-FFF2-40B4-BE49-F238E27FC236}">
                <a16:creationId xmlns:a16="http://schemas.microsoft.com/office/drawing/2014/main" id="{22C85448-40DB-405C-A85D-72B6F4DD30F9}"/>
              </a:ext>
            </a:extLst>
          </p:cNvPr>
          <p:cNvSpPr txBox="1"/>
          <p:nvPr/>
        </p:nvSpPr>
        <p:spPr>
          <a:xfrm>
            <a:off x="4424750" y="3525000"/>
            <a:ext cx="526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03</a:t>
            </a:r>
            <a:endParaRPr sz="1600" b="1"/>
          </a:p>
        </p:txBody>
      </p:sp>
      <p:sp>
        <p:nvSpPr>
          <p:cNvPr id="20" name="Google Shape;307;g99ec94a9a0_0_29">
            <a:extLst>
              <a:ext uri="{FF2B5EF4-FFF2-40B4-BE49-F238E27FC236}">
                <a16:creationId xmlns:a16="http://schemas.microsoft.com/office/drawing/2014/main" id="{5B14B0DB-3B52-4500-84DB-7A7B41E38835}"/>
              </a:ext>
            </a:extLst>
          </p:cNvPr>
          <p:cNvSpPr txBox="1"/>
          <p:nvPr/>
        </p:nvSpPr>
        <p:spPr>
          <a:xfrm>
            <a:off x="5970500" y="3525000"/>
            <a:ext cx="526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04</a:t>
            </a:r>
            <a:endParaRPr sz="1600" b="1"/>
          </a:p>
        </p:txBody>
      </p:sp>
      <p:sp>
        <p:nvSpPr>
          <p:cNvPr id="21" name="Google Shape;308;g99ec94a9a0_0_29">
            <a:extLst>
              <a:ext uri="{FF2B5EF4-FFF2-40B4-BE49-F238E27FC236}">
                <a16:creationId xmlns:a16="http://schemas.microsoft.com/office/drawing/2014/main" id="{9383351F-CFDB-428C-B54C-F007C4C234BD}"/>
              </a:ext>
            </a:extLst>
          </p:cNvPr>
          <p:cNvSpPr txBox="1"/>
          <p:nvPr/>
        </p:nvSpPr>
        <p:spPr>
          <a:xfrm>
            <a:off x="7350200" y="3525000"/>
            <a:ext cx="526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05</a:t>
            </a:r>
            <a:endParaRPr sz="1600" b="1"/>
          </a:p>
        </p:txBody>
      </p:sp>
      <p:sp>
        <p:nvSpPr>
          <p:cNvPr id="22" name="Google Shape;309;g99ec94a9a0_0_29">
            <a:extLst>
              <a:ext uri="{FF2B5EF4-FFF2-40B4-BE49-F238E27FC236}">
                <a16:creationId xmlns:a16="http://schemas.microsoft.com/office/drawing/2014/main" id="{ECF3EE2F-5052-4D2A-BD3D-7FA9CB075142}"/>
              </a:ext>
            </a:extLst>
          </p:cNvPr>
          <p:cNvSpPr txBox="1"/>
          <p:nvPr/>
        </p:nvSpPr>
        <p:spPr>
          <a:xfrm>
            <a:off x="234100" y="3465425"/>
            <a:ext cx="9681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id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72;g96b2f0a949_0_209">
            <a:extLst>
              <a:ext uri="{FF2B5EF4-FFF2-40B4-BE49-F238E27FC236}">
                <a16:creationId xmlns:a16="http://schemas.microsoft.com/office/drawing/2014/main" id="{F44A1ECD-F394-4909-B067-66564F328DC8}"/>
              </a:ext>
            </a:extLst>
          </p:cNvPr>
          <p:cNvSpPr txBox="1"/>
          <p:nvPr/>
        </p:nvSpPr>
        <p:spPr>
          <a:xfrm>
            <a:off x="1402868" y="2340056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pertama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72;g96b2f0a949_0_209">
            <a:extLst>
              <a:ext uri="{FF2B5EF4-FFF2-40B4-BE49-F238E27FC236}">
                <a16:creationId xmlns:a16="http://schemas.microsoft.com/office/drawing/2014/main" id="{A4EAB7E6-2FCF-47CC-A3EC-DCF80764E114}"/>
              </a:ext>
            </a:extLst>
          </p:cNvPr>
          <p:cNvSpPr txBox="1"/>
          <p:nvPr/>
        </p:nvSpPr>
        <p:spPr>
          <a:xfrm>
            <a:off x="2838693" y="2337449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kedua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72;g96b2f0a949_0_209">
            <a:extLst>
              <a:ext uri="{FF2B5EF4-FFF2-40B4-BE49-F238E27FC236}">
                <a16:creationId xmlns:a16="http://schemas.microsoft.com/office/drawing/2014/main" id="{DD277EED-28F9-4819-8B6A-F3F2EA0324E7}"/>
              </a:ext>
            </a:extLst>
          </p:cNvPr>
          <p:cNvSpPr txBox="1"/>
          <p:nvPr/>
        </p:nvSpPr>
        <p:spPr>
          <a:xfrm>
            <a:off x="4217918" y="2298781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ketiga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72;g96b2f0a949_0_209">
            <a:extLst>
              <a:ext uri="{FF2B5EF4-FFF2-40B4-BE49-F238E27FC236}">
                <a16:creationId xmlns:a16="http://schemas.microsoft.com/office/drawing/2014/main" id="{7870328B-BC00-4274-BFBD-A4A4AAFC6C8E}"/>
              </a:ext>
            </a:extLst>
          </p:cNvPr>
          <p:cNvSpPr txBox="1"/>
          <p:nvPr/>
        </p:nvSpPr>
        <p:spPr>
          <a:xfrm>
            <a:off x="5694947" y="2298781"/>
            <a:ext cx="1141505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keempat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2;g96b2f0a949_0_209">
            <a:extLst>
              <a:ext uri="{FF2B5EF4-FFF2-40B4-BE49-F238E27FC236}">
                <a16:creationId xmlns:a16="http://schemas.microsoft.com/office/drawing/2014/main" id="{6404FB10-F58E-4E41-967C-86F41F5D9C69}"/>
              </a:ext>
            </a:extLst>
          </p:cNvPr>
          <p:cNvSpPr txBox="1"/>
          <p:nvPr/>
        </p:nvSpPr>
        <p:spPr>
          <a:xfrm>
            <a:off x="7032968" y="2285469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kelima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10;g99ec94a9a0_0_29">
            <a:extLst>
              <a:ext uri="{FF2B5EF4-FFF2-40B4-BE49-F238E27FC236}">
                <a16:creationId xmlns:a16="http://schemas.microsoft.com/office/drawing/2014/main" id="{A3CFBF4A-526C-49FC-A82D-A84E2A50A58A}"/>
              </a:ext>
            </a:extLst>
          </p:cNvPr>
          <p:cNvSpPr txBox="1"/>
          <p:nvPr/>
        </p:nvSpPr>
        <p:spPr>
          <a:xfrm>
            <a:off x="1721325" y="4460525"/>
            <a:ext cx="73341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Roboto Mono"/>
                <a:ea typeface="Roboto Mono"/>
                <a:cs typeface="Roboto Mono"/>
                <a:sym typeface="Roboto Mono"/>
              </a:rPr>
              <a:t>“git checkout 02”</a:t>
            </a:r>
            <a:endParaRPr sz="19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020997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839A-3F28-4DDE-BBB3-0C94277F0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checkout</a:t>
            </a:r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8175D-1DBC-4D57-A852-3B57E9155D8B}"/>
              </a:ext>
            </a:extLst>
          </p:cNvPr>
          <p:cNvSpPr txBox="1"/>
          <p:nvPr/>
        </p:nvSpPr>
        <p:spPr>
          <a:xfrm>
            <a:off x="628650" y="1034908"/>
            <a:ext cx="532060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D" sz="9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D" sz="9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D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Checkout a commit: </a:t>
            </a:r>
            <a:endParaRPr lang="en-ID" sz="16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1950" indent="-180975">
              <a:buFont typeface="Arial" panose="020B0604020202020204" pitchFamily="34" charset="0"/>
              <a:buChar char="•"/>
            </a:pPr>
            <a:r>
              <a:rPr lang="en-US" sz="1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git checkout &lt;</a:t>
            </a:r>
            <a:r>
              <a:rPr lang="en-US" sz="1600" b="1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commit_id</a:t>
            </a:r>
            <a:r>
              <a:rPr lang="en-US" sz="1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&gt; 	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// checkout </a:t>
            </a:r>
          </a:p>
          <a:p>
            <a:pPr marL="361950" indent="-180975">
              <a:buFont typeface="Arial" panose="020B0604020202020204" pitchFamily="34" charset="0"/>
              <a:buChar char="•"/>
            </a:pPr>
            <a:r>
              <a:rPr lang="en-US" sz="1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git checkout master 		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// go back </a:t>
            </a:r>
            <a:endParaRPr lang="en-ID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0872E-D587-421D-BEE9-B776E7372D76}"/>
              </a:ext>
            </a:extLst>
          </p:cNvPr>
          <p:cNvSpPr txBox="1"/>
          <p:nvPr/>
        </p:nvSpPr>
        <p:spPr>
          <a:xfrm>
            <a:off x="628650" y="2321681"/>
            <a:ext cx="6556551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D" sz="1050" b="0" i="0" u="none" strike="noStrike" baseline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It will rewind to &lt;</a:t>
            </a:r>
            <a:r>
              <a:rPr lang="en-US" sz="1600" b="0" i="0" u="none" strike="noStrike" baseline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commit_id</a:t>
            </a:r>
            <a:r>
              <a:rPr lang="en-US" sz="16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&gt;, just to look around (read-only). </a:t>
            </a:r>
            <a:endParaRPr lang="en-ID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932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B411-7F38-42A1-ABBD-D36E80411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994200"/>
          </a:xfrm>
        </p:spPr>
        <p:txBody>
          <a:bodyPr/>
          <a:lstStyle/>
          <a:p>
            <a:r>
              <a:rPr lang="en-US" dirty="0"/>
              <a:t>git revert</a:t>
            </a:r>
            <a:endParaRPr lang="en-ID" dirty="0"/>
          </a:p>
        </p:txBody>
      </p:sp>
      <p:cxnSp>
        <p:nvCxnSpPr>
          <p:cNvPr id="4" name="Google Shape;323;g99ec94a9a0_0_67">
            <a:extLst>
              <a:ext uri="{FF2B5EF4-FFF2-40B4-BE49-F238E27FC236}">
                <a16:creationId xmlns:a16="http://schemas.microsoft.com/office/drawing/2014/main" id="{9DE47774-3080-4209-873A-13BC908057E7}"/>
              </a:ext>
            </a:extLst>
          </p:cNvPr>
          <p:cNvCxnSpPr/>
          <p:nvPr/>
        </p:nvCxnSpPr>
        <p:spPr>
          <a:xfrm rot="10800000" flipH="1">
            <a:off x="233550" y="1856725"/>
            <a:ext cx="8673300" cy="480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324;g99ec94a9a0_0_67">
            <a:extLst>
              <a:ext uri="{FF2B5EF4-FFF2-40B4-BE49-F238E27FC236}">
                <a16:creationId xmlns:a16="http://schemas.microsoft.com/office/drawing/2014/main" id="{8E375733-3AB1-4494-B424-943C0D835180}"/>
              </a:ext>
            </a:extLst>
          </p:cNvPr>
          <p:cNvSpPr/>
          <p:nvPr/>
        </p:nvSpPr>
        <p:spPr>
          <a:xfrm>
            <a:off x="958550" y="154712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25;g99ec94a9a0_0_67">
            <a:extLst>
              <a:ext uri="{FF2B5EF4-FFF2-40B4-BE49-F238E27FC236}">
                <a16:creationId xmlns:a16="http://schemas.microsoft.com/office/drawing/2014/main" id="{2A0677E9-BA67-4B41-80DD-542BB3F6387E}"/>
              </a:ext>
            </a:extLst>
          </p:cNvPr>
          <p:cNvSpPr/>
          <p:nvPr/>
        </p:nvSpPr>
        <p:spPr>
          <a:xfrm>
            <a:off x="2394375" y="159175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26;g99ec94a9a0_0_67">
            <a:extLst>
              <a:ext uri="{FF2B5EF4-FFF2-40B4-BE49-F238E27FC236}">
                <a16:creationId xmlns:a16="http://schemas.microsoft.com/office/drawing/2014/main" id="{6CB9F55E-2953-4B25-B476-6A8AF66C76EB}"/>
              </a:ext>
            </a:extLst>
          </p:cNvPr>
          <p:cNvSpPr/>
          <p:nvPr/>
        </p:nvSpPr>
        <p:spPr>
          <a:xfrm>
            <a:off x="5142200" y="154712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27;g99ec94a9a0_0_67">
            <a:extLst>
              <a:ext uri="{FF2B5EF4-FFF2-40B4-BE49-F238E27FC236}">
                <a16:creationId xmlns:a16="http://schemas.microsoft.com/office/drawing/2014/main" id="{3A57A012-92E2-46ED-86AE-513371CB6E65}"/>
              </a:ext>
            </a:extLst>
          </p:cNvPr>
          <p:cNvSpPr/>
          <p:nvPr/>
        </p:nvSpPr>
        <p:spPr>
          <a:xfrm>
            <a:off x="6313850" y="159175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328;g99ec94a9a0_0_67">
            <a:extLst>
              <a:ext uri="{FF2B5EF4-FFF2-40B4-BE49-F238E27FC236}">
                <a16:creationId xmlns:a16="http://schemas.microsoft.com/office/drawing/2014/main" id="{DD1E5FB0-3954-4107-9805-936F68E9B116}"/>
              </a:ext>
            </a:extLst>
          </p:cNvPr>
          <p:cNvSpPr/>
          <p:nvPr/>
        </p:nvSpPr>
        <p:spPr>
          <a:xfrm>
            <a:off x="3773600" y="159175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334;g99ec94a9a0_0_67">
            <a:extLst>
              <a:ext uri="{FF2B5EF4-FFF2-40B4-BE49-F238E27FC236}">
                <a16:creationId xmlns:a16="http://schemas.microsoft.com/office/drawing/2014/main" id="{58FA313E-21FF-420B-A32A-91B951AE3124}"/>
              </a:ext>
            </a:extLst>
          </p:cNvPr>
          <p:cNvSpPr txBox="1"/>
          <p:nvPr/>
        </p:nvSpPr>
        <p:spPr>
          <a:xfrm>
            <a:off x="2988000" y="407275"/>
            <a:ext cx="21777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undo (revert) changes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from particular commit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335;g99ec94a9a0_0_67">
            <a:extLst>
              <a:ext uri="{FF2B5EF4-FFF2-40B4-BE49-F238E27FC236}">
                <a16:creationId xmlns:a16="http://schemas.microsoft.com/office/drawing/2014/main" id="{1F5C9829-52D9-480A-AD99-271A26DD03D7}"/>
              </a:ext>
            </a:extLst>
          </p:cNvPr>
          <p:cNvSpPr txBox="1"/>
          <p:nvPr/>
        </p:nvSpPr>
        <p:spPr>
          <a:xfrm>
            <a:off x="1004000" y="3525000"/>
            <a:ext cx="526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01</a:t>
            </a:r>
            <a:endParaRPr sz="1600" b="1"/>
          </a:p>
        </p:txBody>
      </p:sp>
      <p:sp>
        <p:nvSpPr>
          <p:cNvPr id="17" name="Google Shape;336;g99ec94a9a0_0_67">
            <a:extLst>
              <a:ext uri="{FF2B5EF4-FFF2-40B4-BE49-F238E27FC236}">
                <a16:creationId xmlns:a16="http://schemas.microsoft.com/office/drawing/2014/main" id="{FE718C18-CB50-4EC9-A11A-B515C30C33CE}"/>
              </a:ext>
            </a:extLst>
          </p:cNvPr>
          <p:cNvSpPr txBox="1"/>
          <p:nvPr/>
        </p:nvSpPr>
        <p:spPr>
          <a:xfrm>
            <a:off x="2439825" y="3525000"/>
            <a:ext cx="526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02</a:t>
            </a:r>
            <a:endParaRPr sz="1600" b="1"/>
          </a:p>
        </p:txBody>
      </p:sp>
      <p:sp>
        <p:nvSpPr>
          <p:cNvPr id="18" name="Google Shape;337;g99ec94a9a0_0_67">
            <a:extLst>
              <a:ext uri="{FF2B5EF4-FFF2-40B4-BE49-F238E27FC236}">
                <a16:creationId xmlns:a16="http://schemas.microsoft.com/office/drawing/2014/main" id="{8C638063-79CD-415E-B9E5-BFB8B91A0B1F}"/>
              </a:ext>
            </a:extLst>
          </p:cNvPr>
          <p:cNvSpPr txBox="1"/>
          <p:nvPr/>
        </p:nvSpPr>
        <p:spPr>
          <a:xfrm>
            <a:off x="3819050" y="3525000"/>
            <a:ext cx="526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03</a:t>
            </a:r>
            <a:endParaRPr sz="1600" b="1"/>
          </a:p>
        </p:txBody>
      </p:sp>
      <p:sp>
        <p:nvSpPr>
          <p:cNvPr id="19" name="Google Shape;338;g99ec94a9a0_0_67">
            <a:extLst>
              <a:ext uri="{FF2B5EF4-FFF2-40B4-BE49-F238E27FC236}">
                <a16:creationId xmlns:a16="http://schemas.microsoft.com/office/drawing/2014/main" id="{18E2B8AE-5B68-43F0-97BB-4DBBD67D49F4}"/>
              </a:ext>
            </a:extLst>
          </p:cNvPr>
          <p:cNvSpPr txBox="1"/>
          <p:nvPr/>
        </p:nvSpPr>
        <p:spPr>
          <a:xfrm>
            <a:off x="5198275" y="3525000"/>
            <a:ext cx="526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04</a:t>
            </a:r>
            <a:endParaRPr sz="1600" b="1"/>
          </a:p>
        </p:txBody>
      </p:sp>
      <p:sp>
        <p:nvSpPr>
          <p:cNvPr id="20" name="Google Shape;339;g99ec94a9a0_0_67">
            <a:extLst>
              <a:ext uri="{FF2B5EF4-FFF2-40B4-BE49-F238E27FC236}">
                <a16:creationId xmlns:a16="http://schemas.microsoft.com/office/drawing/2014/main" id="{9576E749-4E2F-4CBE-8D88-DF002DDCFC74}"/>
              </a:ext>
            </a:extLst>
          </p:cNvPr>
          <p:cNvSpPr txBox="1"/>
          <p:nvPr/>
        </p:nvSpPr>
        <p:spPr>
          <a:xfrm>
            <a:off x="6359300" y="3525000"/>
            <a:ext cx="526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05</a:t>
            </a:r>
            <a:endParaRPr sz="1600" b="1"/>
          </a:p>
        </p:txBody>
      </p:sp>
      <p:sp>
        <p:nvSpPr>
          <p:cNvPr id="21" name="Google Shape;340;g99ec94a9a0_0_67">
            <a:extLst>
              <a:ext uri="{FF2B5EF4-FFF2-40B4-BE49-F238E27FC236}">
                <a16:creationId xmlns:a16="http://schemas.microsoft.com/office/drawing/2014/main" id="{6D2E3935-8E3F-4D43-9444-D990BF434DC0}"/>
              </a:ext>
            </a:extLst>
          </p:cNvPr>
          <p:cNvSpPr/>
          <p:nvPr/>
        </p:nvSpPr>
        <p:spPr>
          <a:xfrm>
            <a:off x="7604450" y="1591750"/>
            <a:ext cx="617100" cy="6663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341;g99ec94a9a0_0_67">
            <a:extLst>
              <a:ext uri="{FF2B5EF4-FFF2-40B4-BE49-F238E27FC236}">
                <a16:creationId xmlns:a16="http://schemas.microsoft.com/office/drawing/2014/main" id="{90B5FD23-A5BA-4E01-BC6A-32733892B1AE}"/>
              </a:ext>
            </a:extLst>
          </p:cNvPr>
          <p:cNvSpPr txBox="1"/>
          <p:nvPr/>
        </p:nvSpPr>
        <p:spPr>
          <a:xfrm>
            <a:off x="7250150" y="2335300"/>
            <a:ext cx="13257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Revert</a:t>
            </a:r>
            <a:endParaRPr sz="1600" b="1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rgbClr val="00FFFF"/>
                </a:solidFill>
              </a:rPr>
              <a:t>commit </a:t>
            </a:r>
            <a:r>
              <a:rPr lang="en-US" sz="1600" b="1" dirty="0" err="1">
                <a:solidFill>
                  <a:srgbClr val="00FFFF"/>
                </a:solidFill>
              </a:rPr>
              <a:t>ketiga</a:t>
            </a:r>
            <a:endParaRPr sz="1600" b="1" dirty="0">
              <a:solidFill>
                <a:srgbClr val="00FFFF"/>
              </a:solidFill>
            </a:endParaRPr>
          </a:p>
        </p:txBody>
      </p:sp>
      <p:sp>
        <p:nvSpPr>
          <p:cNvPr id="23" name="Google Shape;342;g99ec94a9a0_0_67">
            <a:extLst>
              <a:ext uri="{FF2B5EF4-FFF2-40B4-BE49-F238E27FC236}">
                <a16:creationId xmlns:a16="http://schemas.microsoft.com/office/drawing/2014/main" id="{41C9C30C-7E3F-48BE-AE4E-3975E11704C1}"/>
              </a:ext>
            </a:extLst>
          </p:cNvPr>
          <p:cNvSpPr txBox="1"/>
          <p:nvPr/>
        </p:nvSpPr>
        <p:spPr>
          <a:xfrm>
            <a:off x="3649338" y="1514500"/>
            <a:ext cx="8550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 b="1">
                <a:solidFill>
                  <a:srgbClr val="FF0000"/>
                </a:solidFill>
              </a:rPr>
              <a:t>X</a:t>
            </a:r>
            <a:endParaRPr sz="8600" b="1">
              <a:solidFill>
                <a:srgbClr val="FF0000"/>
              </a:solidFill>
            </a:endParaRPr>
          </a:p>
        </p:txBody>
      </p:sp>
      <p:sp>
        <p:nvSpPr>
          <p:cNvPr id="24" name="Google Shape;343;g99ec94a9a0_0_67">
            <a:extLst>
              <a:ext uri="{FF2B5EF4-FFF2-40B4-BE49-F238E27FC236}">
                <a16:creationId xmlns:a16="http://schemas.microsoft.com/office/drawing/2014/main" id="{0FC4DA83-B248-42F6-B43D-154C7A94F5CA}"/>
              </a:ext>
            </a:extLst>
          </p:cNvPr>
          <p:cNvSpPr txBox="1"/>
          <p:nvPr/>
        </p:nvSpPr>
        <p:spPr>
          <a:xfrm>
            <a:off x="6824150" y="479550"/>
            <a:ext cx="21777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will create new commit that tell we revert particular commit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72;g96b2f0a949_0_209">
            <a:extLst>
              <a:ext uri="{FF2B5EF4-FFF2-40B4-BE49-F238E27FC236}">
                <a16:creationId xmlns:a16="http://schemas.microsoft.com/office/drawing/2014/main" id="{CC84EFBD-C035-4BB7-8C43-7C609CA934AB}"/>
              </a:ext>
            </a:extLst>
          </p:cNvPr>
          <p:cNvSpPr txBox="1"/>
          <p:nvPr/>
        </p:nvSpPr>
        <p:spPr>
          <a:xfrm>
            <a:off x="724374" y="2356786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pertama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72;g96b2f0a949_0_209">
            <a:extLst>
              <a:ext uri="{FF2B5EF4-FFF2-40B4-BE49-F238E27FC236}">
                <a16:creationId xmlns:a16="http://schemas.microsoft.com/office/drawing/2014/main" id="{622961B6-28AB-4A39-870C-2C4CC95B5998}"/>
              </a:ext>
            </a:extLst>
          </p:cNvPr>
          <p:cNvSpPr txBox="1"/>
          <p:nvPr/>
        </p:nvSpPr>
        <p:spPr>
          <a:xfrm>
            <a:off x="2169009" y="2323469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kedua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2;g96b2f0a949_0_209">
            <a:extLst>
              <a:ext uri="{FF2B5EF4-FFF2-40B4-BE49-F238E27FC236}">
                <a16:creationId xmlns:a16="http://schemas.microsoft.com/office/drawing/2014/main" id="{E34FD85C-4CCB-4809-8DDD-B5BD2277E2F3}"/>
              </a:ext>
            </a:extLst>
          </p:cNvPr>
          <p:cNvSpPr txBox="1"/>
          <p:nvPr/>
        </p:nvSpPr>
        <p:spPr>
          <a:xfrm>
            <a:off x="3555347" y="2318118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rgbClr val="00FFFF"/>
                </a:solidFill>
              </a:rPr>
              <a:t>commit</a:t>
            </a:r>
            <a:r>
              <a:rPr lang="en-US" sz="1600" b="1" dirty="0"/>
              <a:t> </a:t>
            </a:r>
            <a:r>
              <a:rPr lang="en-US" sz="1600" b="1" dirty="0" err="1">
                <a:solidFill>
                  <a:srgbClr val="00FFFF"/>
                </a:solidFill>
              </a:rPr>
              <a:t>ketiga</a:t>
            </a:r>
            <a:endParaRPr sz="1600" b="1" i="0" u="none" strike="noStrike" cap="none" dirty="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2;g96b2f0a949_0_209">
            <a:extLst>
              <a:ext uri="{FF2B5EF4-FFF2-40B4-BE49-F238E27FC236}">
                <a16:creationId xmlns:a16="http://schemas.microsoft.com/office/drawing/2014/main" id="{A18AE76D-0800-4475-8C1F-4BA90EA23AB3}"/>
              </a:ext>
            </a:extLst>
          </p:cNvPr>
          <p:cNvSpPr txBox="1"/>
          <p:nvPr/>
        </p:nvSpPr>
        <p:spPr>
          <a:xfrm>
            <a:off x="4879997" y="2318118"/>
            <a:ext cx="1141505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keempat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72;g96b2f0a949_0_209">
            <a:extLst>
              <a:ext uri="{FF2B5EF4-FFF2-40B4-BE49-F238E27FC236}">
                <a16:creationId xmlns:a16="http://schemas.microsoft.com/office/drawing/2014/main" id="{3ED89F94-3FDB-456D-B0C0-3E065CA83C39}"/>
              </a:ext>
            </a:extLst>
          </p:cNvPr>
          <p:cNvSpPr txBox="1"/>
          <p:nvPr/>
        </p:nvSpPr>
        <p:spPr>
          <a:xfrm>
            <a:off x="6131066" y="2294030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kelima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10;g99ec94a9a0_0_29">
            <a:extLst>
              <a:ext uri="{FF2B5EF4-FFF2-40B4-BE49-F238E27FC236}">
                <a16:creationId xmlns:a16="http://schemas.microsoft.com/office/drawing/2014/main" id="{57E39C88-7B43-4819-BD98-D8DDC8A77EF6}"/>
              </a:ext>
            </a:extLst>
          </p:cNvPr>
          <p:cNvSpPr txBox="1"/>
          <p:nvPr/>
        </p:nvSpPr>
        <p:spPr>
          <a:xfrm>
            <a:off x="1721325" y="4460525"/>
            <a:ext cx="73341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Roboto Mono"/>
                <a:ea typeface="Roboto Mono"/>
                <a:cs typeface="Roboto Mono"/>
                <a:sym typeface="Roboto Mono"/>
              </a:rPr>
              <a:t>“git revert 03”</a:t>
            </a:r>
            <a:endParaRPr sz="19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238145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40DA-C9C6-4AFD-B422-49101E834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revert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BFE35-E455-4A14-A9CE-654C6928D119}"/>
              </a:ext>
            </a:extLst>
          </p:cNvPr>
          <p:cNvSpPr txBox="1"/>
          <p:nvPr/>
        </p:nvSpPr>
        <p:spPr>
          <a:xfrm>
            <a:off x="628650" y="1157514"/>
            <a:ext cx="4572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D" sz="9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D" sz="9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Revert a commit (undo a particular commit): </a:t>
            </a:r>
            <a:endParaRPr lang="en-US" sz="16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2438" indent="-180975">
              <a:buFont typeface="Arial" panose="020B0604020202020204" pitchFamily="34" charset="0"/>
              <a:buChar char="•"/>
            </a:pPr>
            <a:r>
              <a:rPr lang="en-ID" sz="1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git revert &lt;</a:t>
            </a:r>
            <a:r>
              <a:rPr lang="en-ID" sz="1600" b="1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commit_id</a:t>
            </a:r>
            <a:r>
              <a:rPr lang="en-ID" sz="1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endParaRPr lang="en-ID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686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D3F12-598C-47DA-B9B7-FC54FB422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994200"/>
          </a:xfrm>
        </p:spPr>
        <p:txBody>
          <a:bodyPr/>
          <a:lstStyle/>
          <a:p>
            <a:r>
              <a:rPr lang="en-US" dirty="0"/>
              <a:t>git reset</a:t>
            </a:r>
            <a:endParaRPr lang="en-ID" dirty="0"/>
          </a:p>
        </p:txBody>
      </p:sp>
      <p:cxnSp>
        <p:nvCxnSpPr>
          <p:cNvPr id="4" name="Google Shape;356;g99ec94a9a0_0_117">
            <a:extLst>
              <a:ext uri="{FF2B5EF4-FFF2-40B4-BE49-F238E27FC236}">
                <a16:creationId xmlns:a16="http://schemas.microsoft.com/office/drawing/2014/main" id="{7967006A-ACB0-4BE3-863B-0C01333AD095}"/>
              </a:ext>
            </a:extLst>
          </p:cNvPr>
          <p:cNvCxnSpPr/>
          <p:nvPr/>
        </p:nvCxnSpPr>
        <p:spPr>
          <a:xfrm rot="10800000" flipH="1">
            <a:off x="839250" y="1855825"/>
            <a:ext cx="7465500" cy="489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357;g99ec94a9a0_0_117">
            <a:extLst>
              <a:ext uri="{FF2B5EF4-FFF2-40B4-BE49-F238E27FC236}">
                <a16:creationId xmlns:a16="http://schemas.microsoft.com/office/drawing/2014/main" id="{BB474A31-DB33-4C51-8151-2FA113729EFF}"/>
              </a:ext>
            </a:extLst>
          </p:cNvPr>
          <p:cNvSpPr/>
          <p:nvPr/>
        </p:nvSpPr>
        <p:spPr>
          <a:xfrm>
            <a:off x="1564250" y="154712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58;g99ec94a9a0_0_117">
            <a:extLst>
              <a:ext uri="{FF2B5EF4-FFF2-40B4-BE49-F238E27FC236}">
                <a16:creationId xmlns:a16="http://schemas.microsoft.com/office/drawing/2014/main" id="{621E31AC-ED33-4A4B-8895-AF3C7EC1E321}"/>
              </a:ext>
            </a:extLst>
          </p:cNvPr>
          <p:cNvSpPr/>
          <p:nvPr/>
        </p:nvSpPr>
        <p:spPr>
          <a:xfrm>
            <a:off x="3000075" y="1591750"/>
            <a:ext cx="617100" cy="666300"/>
          </a:xfrm>
          <a:prstGeom prst="ellipse">
            <a:avLst/>
          </a:prstGeom>
          <a:solidFill>
            <a:srgbClr val="00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59;g99ec94a9a0_0_117">
            <a:extLst>
              <a:ext uri="{FF2B5EF4-FFF2-40B4-BE49-F238E27FC236}">
                <a16:creationId xmlns:a16="http://schemas.microsoft.com/office/drawing/2014/main" id="{D8D80325-B65D-407D-9ABA-DB8E6F5FBFF3}"/>
              </a:ext>
            </a:extLst>
          </p:cNvPr>
          <p:cNvSpPr/>
          <p:nvPr/>
        </p:nvSpPr>
        <p:spPr>
          <a:xfrm>
            <a:off x="5925050" y="1547125"/>
            <a:ext cx="617100" cy="6663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60;g99ec94a9a0_0_117">
            <a:extLst>
              <a:ext uri="{FF2B5EF4-FFF2-40B4-BE49-F238E27FC236}">
                <a16:creationId xmlns:a16="http://schemas.microsoft.com/office/drawing/2014/main" id="{8E8D80F5-BB88-446B-B10A-F07E091EC90D}"/>
              </a:ext>
            </a:extLst>
          </p:cNvPr>
          <p:cNvSpPr/>
          <p:nvPr/>
        </p:nvSpPr>
        <p:spPr>
          <a:xfrm>
            <a:off x="7194350" y="1547125"/>
            <a:ext cx="617100" cy="6663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361;g99ec94a9a0_0_117">
            <a:extLst>
              <a:ext uri="{FF2B5EF4-FFF2-40B4-BE49-F238E27FC236}">
                <a16:creationId xmlns:a16="http://schemas.microsoft.com/office/drawing/2014/main" id="{6565DB81-D074-4B6C-8F8A-5292C14BD36B}"/>
              </a:ext>
            </a:extLst>
          </p:cNvPr>
          <p:cNvSpPr/>
          <p:nvPr/>
        </p:nvSpPr>
        <p:spPr>
          <a:xfrm>
            <a:off x="4379300" y="1591750"/>
            <a:ext cx="617100" cy="6663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367;g99ec94a9a0_0_117">
            <a:extLst>
              <a:ext uri="{FF2B5EF4-FFF2-40B4-BE49-F238E27FC236}">
                <a16:creationId xmlns:a16="http://schemas.microsoft.com/office/drawing/2014/main" id="{9960CB2A-BBC2-4BFC-943C-E2E0E3BBC4DB}"/>
              </a:ext>
            </a:extLst>
          </p:cNvPr>
          <p:cNvCxnSpPr/>
          <p:nvPr/>
        </p:nvCxnSpPr>
        <p:spPr>
          <a:xfrm flipH="1">
            <a:off x="3340725" y="925025"/>
            <a:ext cx="4095300" cy="9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Google Shape;368;g99ec94a9a0_0_117">
            <a:extLst>
              <a:ext uri="{FF2B5EF4-FFF2-40B4-BE49-F238E27FC236}">
                <a16:creationId xmlns:a16="http://schemas.microsoft.com/office/drawing/2014/main" id="{F9C9DDC9-2EF6-4A69-95BF-E4BD625FFEFF}"/>
              </a:ext>
            </a:extLst>
          </p:cNvPr>
          <p:cNvSpPr txBox="1"/>
          <p:nvPr/>
        </p:nvSpPr>
        <p:spPr>
          <a:xfrm>
            <a:off x="3617175" y="337075"/>
            <a:ext cx="38685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back to particular commit (green) and delete some commits (red)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69;g99ec94a9a0_0_117">
            <a:extLst>
              <a:ext uri="{FF2B5EF4-FFF2-40B4-BE49-F238E27FC236}">
                <a16:creationId xmlns:a16="http://schemas.microsoft.com/office/drawing/2014/main" id="{1F557715-5B8F-4997-8000-73B2D2477C42}"/>
              </a:ext>
            </a:extLst>
          </p:cNvPr>
          <p:cNvSpPr txBox="1"/>
          <p:nvPr/>
        </p:nvSpPr>
        <p:spPr>
          <a:xfrm>
            <a:off x="1609700" y="3525000"/>
            <a:ext cx="526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01</a:t>
            </a:r>
            <a:endParaRPr sz="1600" b="1"/>
          </a:p>
        </p:txBody>
      </p:sp>
      <p:sp>
        <p:nvSpPr>
          <p:cNvPr id="18" name="Google Shape;370;g99ec94a9a0_0_117">
            <a:extLst>
              <a:ext uri="{FF2B5EF4-FFF2-40B4-BE49-F238E27FC236}">
                <a16:creationId xmlns:a16="http://schemas.microsoft.com/office/drawing/2014/main" id="{76345F0E-F0B2-47F9-887F-BB300154B8E1}"/>
              </a:ext>
            </a:extLst>
          </p:cNvPr>
          <p:cNvSpPr txBox="1"/>
          <p:nvPr/>
        </p:nvSpPr>
        <p:spPr>
          <a:xfrm>
            <a:off x="3045525" y="3525000"/>
            <a:ext cx="526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02</a:t>
            </a:r>
            <a:endParaRPr sz="1600" b="1"/>
          </a:p>
        </p:txBody>
      </p:sp>
      <p:sp>
        <p:nvSpPr>
          <p:cNvPr id="19" name="Google Shape;371;g99ec94a9a0_0_117">
            <a:extLst>
              <a:ext uri="{FF2B5EF4-FFF2-40B4-BE49-F238E27FC236}">
                <a16:creationId xmlns:a16="http://schemas.microsoft.com/office/drawing/2014/main" id="{BB4A70C9-7125-4851-9808-4DDB5E1D8C67}"/>
              </a:ext>
            </a:extLst>
          </p:cNvPr>
          <p:cNvSpPr txBox="1"/>
          <p:nvPr/>
        </p:nvSpPr>
        <p:spPr>
          <a:xfrm>
            <a:off x="4424750" y="3525000"/>
            <a:ext cx="526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03</a:t>
            </a:r>
            <a:endParaRPr sz="1600" b="1"/>
          </a:p>
        </p:txBody>
      </p:sp>
      <p:sp>
        <p:nvSpPr>
          <p:cNvPr id="20" name="Google Shape;372;g99ec94a9a0_0_117">
            <a:extLst>
              <a:ext uri="{FF2B5EF4-FFF2-40B4-BE49-F238E27FC236}">
                <a16:creationId xmlns:a16="http://schemas.microsoft.com/office/drawing/2014/main" id="{83DB8FF5-5D03-495A-9CED-7E04F7F08BED}"/>
              </a:ext>
            </a:extLst>
          </p:cNvPr>
          <p:cNvSpPr txBox="1"/>
          <p:nvPr/>
        </p:nvSpPr>
        <p:spPr>
          <a:xfrm>
            <a:off x="5970500" y="3525000"/>
            <a:ext cx="526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04</a:t>
            </a:r>
            <a:endParaRPr sz="1600" b="1"/>
          </a:p>
        </p:txBody>
      </p:sp>
      <p:sp>
        <p:nvSpPr>
          <p:cNvPr id="21" name="Google Shape;373;g99ec94a9a0_0_117">
            <a:extLst>
              <a:ext uri="{FF2B5EF4-FFF2-40B4-BE49-F238E27FC236}">
                <a16:creationId xmlns:a16="http://schemas.microsoft.com/office/drawing/2014/main" id="{15BF1F5B-CC10-42C4-80C5-94C11E0EAC3E}"/>
              </a:ext>
            </a:extLst>
          </p:cNvPr>
          <p:cNvSpPr txBox="1"/>
          <p:nvPr/>
        </p:nvSpPr>
        <p:spPr>
          <a:xfrm>
            <a:off x="7350200" y="3525000"/>
            <a:ext cx="526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05</a:t>
            </a:r>
            <a:endParaRPr sz="1600" b="1"/>
          </a:p>
        </p:txBody>
      </p:sp>
      <p:sp>
        <p:nvSpPr>
          <p:cNvPr id="22" name="Google Shape;374;g99ec94a9a0_0_117">
            <a:extLst>
              <a:ext uri="{FF2B5EF4-FFF2-40B4-BE49-F238E27FC236}">
                <a16:creationId xmlns:a16="http://schemas.microsoft.com/office/drawing/2014/main" id="{19010B11-126A-4AB4-8F83-3C3774FE8C7C}"/>
              </a:ext>
            </a:extLst>
          </p:cNvPr>
          <p:cNvSpPr txBox="1"/>
          <p:nvPr/>
        </p:nvSpPr>
        <p:spPr>
          <a:xfrm>
            <a:off x="234100" y="3465425"/>
            <a:ext cx="9681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/>
              <a:t>commit id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72;g96b2f0a949_0_209">
            <a:extLst>
              <a:ext uri="{FF2B5EF4-FFF2-40B4-BE49-F238E27FC236}">
                <a16:creationId xmlns:a16="http://schemas.microsoft.com/office/drawing/2014/main" id="{F265D068-32EE-4E39-A848-BE24803D333A}"/>
              </a:ext>
            </a:extLst>
          </p:cNvPr>
          <p:cNvSpPr txBox="1"/>
          <p:nvPr/>
        </p:nvSpPr>
        <p:spPr>
          <a:xfrm>
            <a:off x="1402868" y="2340056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pertama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72;g96b2f0a949_0_209">
            <a:extLst>
              <a:ext uri="{FF2B5EF4-FFF2-40B4-BE49-F238E27FC236}">
                <a16:creationId xmlns:a16="http://schemas.microsoft.com/office/drawing/2014/main" id="{C74A961B-0B41-4FF1-A6D0-ACD9AC6130AA}"/>
              </a:ext>
            </a:extLst>
          </p:cNvPr>
          <p:cNvSpPr txBox="1"/>
          <p:nvPr/>
        </p:nvSpPr>
        <p:spPr>
          <a:xfrm>
            <a:off x="2838693" y="2337449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kedua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72;g96b2f0a949_0_209">
            <a:extLst>
              <a:ext uri="{FF2B5EF4-FFF2-40B4-BE49-F238E27FC236}">
                <a16:creationId xmlns:a16="http://schemas.microsoft.com/office/drawing/2014/main" id="{5298ABE8-90FD-4AC4-B202-5C08FEDEA7FE}"/>
              </a:ext>
            </a:extLst>
          </p:cNvPr>
          <p:cNvSpPr txBox="1"/>
          <p:nvPr/>
        </p:nvSpPr>
        <p:spPr>
          <a:xfrm>
            <a:off x="4217918" y="2298781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ketiga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72;g96b2f0a949_0_209">
            <a:extLst>
              <a:ext uri="{FF2B5EF4-FFF2-40B4-BE49-F238E27FC236}">
                <a16:creationId xmlns:a16="http://schemas.microsoft.com/office/drawing/2014/main" id="{B1C34930-2482-43CD-A724-132EDFFE3A14}"/>
              </a:ext>
            </a:extLst>
          </p:cNvPr>
          <p:cNvSpPr txBox="1"/>
          <p:nvPr/>
        </p:nvSpPr>
        <p:spPr>
          <a:xfrm>
            <a:off x="5694947" y="2298781"/>
            <a:ext cx="1141505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keempat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2;g96b2f0a949_0_209">
            <a:extLst>
              <a:ext uri="{FF2B5EF4-FFF2-40B4-BE49-F238E27FC236}">
                <a16:creationId xmlns:a16="http://schemas.microsoft.com/office/drawing/2014/main" id="{39F53A5E-385B-4203-A38F-4F3781DF3CD4}"/>
              </a:ext>
            </a:extLst>
          </p:cNvPr>
          <p:cNvSpPr txBox="1"/>
          <p:nvPr/>
        </p:nvSpPr>
        <p:spPr>
          <a:xfrm>
            <a:off x="7032968" y="2285469"/>
            <a:ext cx="100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commit </a:t>
            </a:r>
            <a:r>
              <a:rPr lang="en-US" sz="1600" b="1" dirty="0" err="1"/>
              <a:t>kelima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10;g99ec94a9a0_0_29">
            <a:extLst>
              <a:ext uri="{FF2B5EF4-FFF2-40B4-BE49-F238E27FC236}">
                <a16:creationId xmlns:a16="http://schemas.microsoft.com/office/drawing/2014/main" id="{8A6C5703-20CA-4EF0-A3C9-92381A68A054}"/>
              </a:ext>
            </a:extLst>
          </p:cNvPr>
          <p:cNvSpPr txBox="1"/>
          <p:nvPr/>
        </p:nvSpPr>
        <p:spPr>
          <a:xfrm>
            <a:off x="234100" y="4378625"/>
            <a:ext cx="73341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Roboto Mono"/>
                <a:ea typeface="Roboto Mono"/>
                <a:cs typeface="Roboto Mono"/>
                <a:sym typeface="Roboto Mono"/>
              </a:rPr>
              <a:t>“git reset &lt;</a:t>
            </a:r>
            <a:r>
              <a:rPr lang="en-US" sz="1900" dirty="0" err="1">
                <a:latin typeface="Roboto Mono"/>
                <a:ea typeface="Roboto Mono"/>
                <a:cs typeface="Roboto Mono"/>
                <a:sym typeface="Roboto Mono"/>
              </a:rPr>
              <a:t>commit_id</a:t>
            </a:r>
            <a:r>
              <a:rPr lang="en-US" sz="1900" dirty="0">
                <a:latin typeface="Roboto Mono"/>
                <a:ea typeface="Roboto Mono"/>
                <a:cs typeface="Roboto Mono"/>
                <a:sym typeface="Roboto Mono"/>
              </a:rPr>
              <a:t>&gt;” / “git reset &lt;</a:t>
            </a:r>
            <a:r>
              <a:rPr lang="en-US" sz="1900" dirty="0" err="1">
                <a:latin typeface="Roboto Mono"/>
                <a:ea typeface="Roboto Mono"/>
                <a:cs typeface="Roboto Mono"/>
                <a:sym typeface="Roboto Mono"/>
              </a:rPr>
              <a:t>commit_id</a:t>
            </a:r>
            <a:r>
              <a:rPr lang="en-US" sz="1900" dirty="0">
                <a:latin typeface="Roboto Mono"/>
                <a:ea typeface="Roboto Mono"/>
                <a:cs typeface="Roboto Mono"/>
                <a:sym typeface="Roboto Mono"/>
              </a:rPr>
              <a:t>&gt; --hard” </a:t>
            </a:r>
            <a:endParaRPr sz="19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788192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1B8AD-B35D-4B96-A4F6-3AC14DA5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reset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F372F-2515-4228-AE8F-E285170B8411}"/>
              </a:ext>
            </a:extLst>
          </p:cNvPr>
          <p:cNvSpPr txBox="1"/>
          <p:nvPr/>
        </p:nvSpPr>
        <p:spPr>
          <a:xfrm>
            <a:off x="628650" y="1139746"/>
            <a:ext cx="7490418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D" sz="9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D" sz="9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D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Reset a commit: </a:t>
            </a:r>
            <a:endParaRPr lang="en-ID" sz="16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2438" indent="-180975">
              <a:buFont typeface="Arial" panose="020B0604020202020204" pitchFamily="34" charset="0"/>
              <a:buChar char="•"/>
            </a:pPr>
            <a:r>
              <a:rPr lang="en-ID" sz="1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git reset &lt;</a:t>
            </a:r>
            <a:r>
              <a:rPr lang="en-ID" sz="1600" b="1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commit_id</a:t>
            </a:r>
            <a:r>
              <a:rPr lang="en-ID" sz="1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</a:p>
          <a:p>
            <a:pPr marL="452438" indent="-180975">
              <a:buFont typeface="Arial" panose="020B0604020202020204" pitchFamily="34" charset="0"/>
              <a:buChar char="•"/>
            </a:pPr>
            <a:endParaRPr lang="en-ID" sz="16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It will reset to &lt;</a:t>
            </a:r>
            <a:r>
              <a:rPr lang="en-US" sz="1600" b="0" i="0" u="none" strike="noStrike" baseline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commit_id</a:t>
            </a:r>
            <a:r>
              <a:rPr lang="en-US" sz="16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&gt;, delete commits after it, but the changes after it still there.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2438" indent="-180975">
              <a:buFont typeface="Arial" panose="020B0604020202020204" pitchFamily="34" charset="0"/>
              <a:buChar char="•"/>
            </a:pPr>
            <a:r>
              <a:rPr lang="en-US" sz="1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git reset &lt;</a:t>
            </a:r>
            <a:r>
              <a:rPr lang="en-US" sz="1600" b="1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commit_id</a:t>
            </a:r>
            <a:r>
              <a:rPr lang="en-US" sz="1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&gt; --hard </a:t>
            </a:r>
          </a:p>
          <a:p>
            <a:pPr marL="271463"/>
            <a:endParaRPr lang="en-US" sz="16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It will reset to &lt;</a:t>
            </a:r>
            <a:r>
              <a:rPr lang="en-US" sz="1600" b="0" i="0" u="none" strike="noStrike" baseline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commit_id</a:t>
            </a:r>
            <a:r>
              <a:rPr lang="en-US" sz="16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&gt;, delete commits &amp; changes after it. </a:t>
            </a:r>
            <a:endParaRPr lang="en-ID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027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85800" y="841773"/>
            <a:ext cx="7772400" cy="23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 sz="4800" dirty="0"/>
              <a:t>Git</a:t>
            </a:r>
            <a:endParaRPr sz="4800" dirty="0"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685800" y="3267075"/>
            <a:ext cx="77724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775" tIns="34875" rIns="69775" bIns="348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Git Branch</a:t>
            </a:r>
          </a:p>
        </p:txBody>
      </p:sp>
      <p:sp>
        <p:nvSpPr>
          <p:cNvPr id="104" name="Google Shape;104;p1"/>
          <p:cNvSpPr/>
          <p:nvPr/>
        </p:nvSpPr>
        <p:spPr>
          <a:xfrm>
            <a:off x="774235" y="507258"/>
            <a:ext cx="2983481" cy="334515"/>
          </a:xfrm>
          <a:prstGeom prst="rect">
            <a:avLst/>
          </a:prstGeom>
          <a:solidFill>
            <a:srgbClr val="037A7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74235" y="507258"/>
            <a:ext cx="29834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SESSION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9</a:t>
            </a:r>
            <a:endParaRPr sz="1400" b="0" i="0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641812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4" name="Google Shape;414;g96b2f0a949_0_235"/>
          <p:cNvCxnSpPr/>
          <p:nvPr/>
        </p:nvCxnSpPr>
        <p:spPr>
          <a:xfrm rot="10800000" flipH="1">
            <a:off x="839250" y="2282800"/>
            <a:ext cx="7465500" cy="489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5" name="Google Shape;415;g96b2f0a949_0_235"/>
          <p:cNvSpPr/>
          <p:nvPr/>
        </p:nvSpPr>
        <p:spPr>
          <a:xfrm>
            <a:off x="1221350" y="197410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96b2f0a949_0_235"/>
          <p:cNvSpPr/>
          <p:nvPr/>
        </p:nvSpPr>
        <p:spPr>
          <a:xfrm>
            <a:off x="1957400" y="209005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96b2f0a949_0_235"/>
          <p:cNvSpPr/>
          <p:nvPr/>
        </p:nvSpPr>
        <p:spPr>
          <a:xfrm>
            <a:off x="7478475" y="197410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96b2f0a949_0_235"/>
          <p:cNvSpPr/>
          <p:nvPr/>
        </p:nvSpPr>
        <p:spPr>
          <a:xfrm>
            <a:off x="4572000" y="201872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96b2f0a949_0_235"/>
          <p:cNvSpPr txBox="1"/>
          <p:nvPr/>
        </p:nvSpPr>
        <p:spPr>
          <a:xfrm>
            <a:off x="1102400" y="2853075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v.1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96b2f0a949_0_235"/>
          <p:cNvSpPr txBox="1"/>
          <p:nvPr/>
        </p:nvSpPr>
        <p:spPr>
          <a:xfrm>
            <a:off x="4453050" y="2853075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v.2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96b2f0a949_0_235"/>
          <p:cNvSpPr txBox="1"/>
          <p:nvPr/>
        </p:nvSpPr>
        <p:spPr>
          <a:xfrm>
            <a:off x="7359525" y="2853075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</a:t>
            </a:r>
            <a:r>
              <a:rPr lang="en-US" sz="1600" b="1" dirty="0"/>
              <a:t>3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96b2f0a949_0_235"/>
          <p:cNvSpPr/>
          <p:nvPr/>
        </p:nvSpPr>
        <p:spPr>
          <a:xfrm>
            <a:off x="2462500" y="209005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96b2f0a949_0_235"/>
          <p:cNvSpPr/>
          <p:nvPr/>
        </p:nvSpPr>
        <p:spPr>
          <a:xfrm>
            <a:off x="2967600" y="209005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96b2f0a949_0_235"/>
          <p:cNvSpPr/>
          <p:nvPr/>
        </p:nvSpPr>
        <p:spPr>
          <a:xfrm>
            <a:off x="3472700" y="211720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96b2f0a949_0_235"/>
          <p:cNvSpPr/>
          <p:nvPr/>
        </p:nvSpPr>
        <p:spPr>
          <a:xfrm>
            <a:off x="4022350" y="209005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96b2f0a949_0_235"/>
          <p:cNvSpPr/>
          <p:nvPr/>
        </p:nvSpPr>
        <p:spPr>
          <a:xfrm>
            <a:off x="5393750" y="209005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96b2f0a949_0_235"/>
          <p:cNvSpPr/>
          <p:nvPr/>
        </p:nvSpPr>
        <p:spPr>
          <a:xfrm>
            <a:off x="5865375" y="209005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96b2f0a949_0_235"/>
          <p:cNvSpPr/>
          <p:nvPr/>
        </p:nvSpPr>
        <p:spPr>
          <a:xfrm>
            <a:off x="6376013" y="209005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96b2f0a949_0_235"/>
          <p:cNvSpPr/>
          <p:nvPr/>
        </p:nvSpPr>
        <p:spPr>
          <a:xfrm>
            <a:off x="6886650" y="209005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96b2f0a949_0_235"/>
          <p:cNvSpPr txBox="1"/>
          <p:nvPr/>
        </p:nvSpPr>
        <p:spPr>
          <a:xfrm>
            <a:off x="2302400" y="1365576"/>
            <a:ext cx="161225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new Features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(10 commits)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96b2f0a949_0_235"/>
          <p:cNvSpPr txBox="1"/>
          <p:nvPr/>
        </p:nvSpPr>
        <p:spPr>
          <a:xfrm>
            <a:off x="5671209" y="1363688"/>
            <a:ext cx="14268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new Features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(15 commits)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05360F-C6E4-4C4C-B67A-C8F5B09FAA0A}"/>
              </a:ext>
            </a:extLst>
          </p:cNvPr>
          <p:cNvSpPr txBox="1"/>
          <p:nvPr/>
        </p:nvSpPr>
        <p:spPr>
          <a:xfrm>
            <a:off x="797028" y="391885"/>
            <a:ext cx="3398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1 Feature = 5 Commits (example)</a:t>
            </a:r>
            <a:endParaRPr lang="en-ID" sz="1600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6" name="Google Shape;436;g96b2f0a949_0_267"/>
          <p:cNvCxnSpPr/>
          <p:nvPr/>
        </p:nvCxnSpPr>
        <p:spPr>
          <a:xfrm rot="10800000" flipH="1">
            <a:off x="839250" y="2282800"/>
            <a:ext cx="7465500" cy="489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7" name="Google Shape;437;g96b2f0a949_0_267"/>
          <p:cNvSpPr/>
          <p:nvPr/>
        </p:nvSpPr>
        <p:spPr>
          <a:xfrm>
            <a:off x="1221350" y="197410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96b2f0a949_0_267"/>
          <p:cNvSpPr/>
          <p:nvPr/>
        </p:nvSpPr>
        <p:spPr>
          <a:xfrm>
            <a:off x="7478475" y="197410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96b2f0a949_0_267"/>
          <p:cNvSpPr/>
          <p:nvPr/>
        </p:nvSpPr>
        <p:spPr>
          <a:xfrm>
            <a:off x="4572000" y="201872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96b2f0a949_0_267"/>
          <p:cNvSpPr txBox="1"/>
          <p:nvPr/>
        </p:nvSpPr>
        <p:spPr>
          <a:xfrm>
            <a:off x="1102400" y="2853075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v.1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96b2f0a949_0_267"/>
          <p:cNvSpPr txBox="1"/>
          <p:nvPr/>
        </p:nvSpPr>
        <p:spPr>
          <a:xfrm>
            <a:off x="4453050" y="2853075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v.2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96b2f0a949_0_267"/>
          <p:cNvSpPr txBox="1"/>
          <p:nvPr/>
        </p:nvSpPr>
        <p:spPr>
          <a:xfrm>
            <a:off x="7359525" y="2853075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v.3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96b2f0a949_0_267"/>
          <p:cNvSpPr/>
          <p:nvPr/>
        </p:nvSpPr>
        <p:spPr>
          <a:xfrm>
            <a:off x="2462500" y="209005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96b2f0a949_0_267"/>
          <p:cNvSpPr/>
          <p:nvPr/>
        </p:nvSpPr>
        <p:spPr>
          <a:xfrm>
            <a:off x="3472700" y="211720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96b2f0a949_0_267"/>
          <p:cNvSpPr/>
          <p:nvPr/>
        </p:nvSpPr>
        <p:spPr>
          <a:xfrm>
            <a:off x="5475588" y="209005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g96b2f0a949_0_267"/>
          <p:cNvSpPr/>
          <p:nvPr/>
        </p:nvSpPr>
        <p:spPr>
          <a:xfrm>
            <a:off x="6886650" y="209005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96b2f0a949_0_267"/>
          <p:cNvSpPr txBox="1"/>
          <p:nvPr/>
        </p:nvSpPr>
        <p:spPr>
          <a:xfrm>
            <a:off x="2625625" y="1445600"/>
            <a:ext cx="12933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commits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96b2f0a949_0_267"/>
          <p:cNvSpPr txBox="1"/>
          <p:nvPr/>
        </p:nvSpPr>
        <p:spPr>
          <a:xfrm>
            <a:off x="5804850" y="1445600"/>
            <a:ext cx="14268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commits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96b2f0a949_0_267"/>
          <p:cNvSpPr/>
          <p:nvPr/>
        </p:nvSpPr>
        <p:spPr>
          <a:xfrm>
            <a:off x="6255275" y="209005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96b2f0a949_0_267"/>
          <p:cNvSpPr txBox="1"/>
          <p:nvPr/>
        </p:nvSpPr>
        <p:spPr>
          <a:xfrm>
            <a:off x="2052400" y="2812875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96b2f0a949_0_267"/>
          <p:cNvSpPr txBox="1"/>
          <p:nvPr/>
        </p:nvSpPr>
        <p:spPr>
          <a:xfrm>
            <a:off x="3098900" y="2812875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96b2f0a949_0_267"/>
          <p:cNvSpPr txBox="1"/>
          <p:nvPr/>
        </p:nvSpPr>
        <p:spPr>
          <a:xfrm>
            <a:off x="5101800" y="2812875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96b2f0a949_0_267"/>
          <p:cNvSpPr txBox="1"/>
          <p:nvPr/>
        </p:nvSpPr>
        <p:spPr>
          <a:xfrm>
            <a:off x="5890856" y="2548600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b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96b2f0a949_0_267"/>
          <p:cNvSpPr txBox="1"/>
          <p:nvPr/>
        </p:nvSpPr>
        <p:spPr>
          <a:xfrm>
            <a:off x="6512850" y="2896675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414;g96b2f0a949_0_235">
            <a:extLst>
              <a:ext uri="{FF2B5EF4-FFF2-40B4-BE49-F238E27FC236}">
                <a16:creationId xmlns:a16="http://schemas.microsoft.com/office/drawing/2014/main" id="{DC2AA856-D8AD-4017-A4C7-A7CB270049A2}"/>
              </a:ext>
            </a:extLst>
          </p:cNvPr>
          <p:cNvCxnSpPr/>
          <p:nvPr/>
        </p:nvCxnSpPr>
        <p:spPr>
          <a:xfrm rot="10800000" flipH="1">
            <a:off x="748815" y="1257869"/>
            <a:ext cx="7465500" cy="489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415;g96b2f0a949_0_235">
            <a:extLst>
              <a:ext uri="{FF2B5EF4-FFF2-40B4-BE49-F238E27FC236}">
                <a16:creationId xmlns:a16="http://schemas.microsoft.com/office/drawing/2014/main" id="{A54158D2-D53A-470F-87A8-C1F0473E0C33}"/>
              </a:ext>
            </a:extLst>
          </p:cNvPr>
          <p:cNvSpPr/>
          <p:nvPr/>
        </p:nvSpPr>
        <p:spPr>
          <a:xfrm>
            <a:off x="1130915" y="949169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416;g96b2f0a949_0_235">
            <a:extLst>
              <a:ext uri="{FF2B5EF4-FFF2-40B4-BE49-F238E27FC236}">
                <a16:creationId xmlns:a16="http://schemas.microsoft.com/office/drawing/2014/main" id="{84DC2DAC-9A46-4546-9F51-BEBD4BB43E7E}"/>
              </a:ext>
            </a:extLst>
          </p:cNvPr>
          <p:cNvSpPr/>
          <p:nvPr/>
        </p:nvSpPr>
        <p:spPr>
          <a:xfrm>
            <a:off x="1866965" y="1065119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417;g96b2f0a949_0_235">
            <a:extLst>
              <a:ext uri="{FF2B5EF4-FFF2-40B4-BE49-F238E27FC236}">
                <a16:creationId xmlns:a16="http://schemas.microsoft.com/office/drawing/2014/main" id="{4DB7A388-7B40-485F-8365-EAB60CC7DD96}"/>
              </a:ext>
            </a:extLst>
          </p:cNvPr>
          <p:cNvSpPr/>
          <p:nvPr/>
        </p:nvSpPr>
        <p:spPr>
          <a:xfrm>
            <a:off x="7388040" y="949169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418;g96b2f0a949_0_235">
            <a:extLst>
              <a:ext uri="{FF2B5EF4-FFF2-40B4-BE49-F238E27FC236}">
                <a16:creationId xmlns:a16="http://schemas.microsoft.com/office/drawing/2014/main" id="{F5F9E21A-8C69-4FC4-A606-F448A89674A1}"/>
              </a:ext>
            </a:extLst>
          </p:cNvPr>
          <p:cNvSpPr/>
          <p:nvPr/>
        </p:nvSpPr>
        <p:spPr>
          <a:xfrm>
            <a:off x="4481565" y="993794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419;g96b2f0a949_0_235">
            <a:extLst>
              <a:ext uri="{FF2B5EF4-FFF2-40B4-BE49-F238E27FC236}">
                <a16:creationId xmlns:a16="http://schemas.microsoft.com/office/drawing/2014/main" id="{E71189B4-46F2-4C2D-821F-92DD46708375}"/>
              </a:ext>
            </a:extLst>
          </p:cNvPr>
          <p:cNvSpPr txBox="1"/>
          <p:nvPr/>
        </p:nvSpPr>
        <p:spPr>
          <a:xfrm>
            <a:off x="1011965" y="1828144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v.1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420;g96b2f0a949_0_235">
            <a:extLst>
              <a:ext uri="{FF2B5EF4-FFF2-40B4-BE49-F238E27FC236}">
                <a16:creationId xmlns:a16="http://schemas.microsoft.com/office/drawing/2014/main" id="{B8039DEC-EEAB-4095-808D-E29844B35705}"/>
              </a:ext>
            </a:extLst>
          </p:cNvPr>
          <p:cNvSpPr txBox="1"/>
          <p:nvPr/>
        </p:nvSpPr>
        <p:spPr>
          <a:xfrm>
            <a:off x="4362615" y="1828144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v.2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421;g96b2f0a949_0_235">
            <a:extLst>
              <a:ext uri="{FF2B5EF4-FFF2-40B4-BE49-F238E27FC236}">
                <a16:creationId xmlns:a16="http://schemas.microsoft.com/office/drawing/2014/main" id="{B03BE163-394C-4A85-A40F-633CD8366A03}"/>
              </a:ext>
            </a:extLst>
          </p:cNvPr>
          <p:cNvSpPr txBox="1"/>
          <p:nvPr/>
        </p:nvSpPr>
        <p:spPr>
          <a:xfrm>
            <a:off x="7269090" y="1828144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</a:t>
            </a:r>
            <a:r>
              <a:rPr lang="en-US" sz="1600" b="1" dirty="0"/>
              <a:t>3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422;g96b2f0a949_0_235">
            <a:extLst>
              <a:ext uri="{FF2B5EF4-FFF2-40B4-BE49-F238E27FC236}">
                <a16:creationId xmlns:a16="http://schemas.microsoft.com/office/drawing/2014/main" id="{BE59B5C2-A48A-49D6-8C38-20CFF7226D22}"/>
              </a:ext>
            </a:extLst>
          </p:cNvPr>
          <p:cNvSpPr/>
          <p:nvPr/>
        </p:nvSpPr>
        <p:spPr>
          <a:xfrm>
            <a:off x="2372065" y="1065119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423;g96b2f0a949_0_235">
            <a:extLst>
              <a:ext uri="{FF2B5EF4-FFF2-40B4-BE49-F238E27FC236}">
                <a16:creationId xmlns:a16="http://schemas.microsoft.com/office/drawing/2014/main" id="{F783B829-831B-4D7E-99EE-2F4299E1FDC1}"/>
              </a:ext>
            </a:extLst>
          </p:cNvPr>
          <p:cNvSpPr/>
          <p:nvPr/>
        </p:nvSpPr>
        <p:spPr>
          <a:xfrm>
            <a:off x="2877165" y="1065119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424;g96b2f0a949_0_235">
            <a:extLst>
              <a:ext uri="{FF2B5EF4-FFF2-40B4-BE49-F238E27FC236}">
                <a16:creationId xmlns:a16="http://schemas.microsoft.com/office/drawing/2014/main" id="{8B9E23C1-AD08-47BD-B800-1C72D7BBA807}"/>
              </a:ext>
            </a:extLst>
          </p:cNvPr>
          <p:cNvSpPr/>
          <p:nvPr/>
        </p:nvSpPr>
        <p:spPr>
          <a:xfrm>
            <a:off x="3382265" y="1092269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425;g96b2f0a949_0_235">
            <a:extLst>
              <a:ext uri="{FF2B5EF4-FFF2-40B4-BE49-F238E27FC236}">
                <a16:creationId xmlns:a16="http://schemas.microsoft.com/office/drawing/2014/main" id="{69A07C49-78E6-4352-B8DB-4399361EF8FC}"/>
              </a:ext>
            </a:extLst>
          </p:cNvPr>
          <p:cNvSpPr/>
          <p:nvPr/>
        </p:nvSpPr>
        <p:spPr>
          <a:xfrm>
            <a:off x="3931915" y="1065119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426;g96b2f0a949_0_235">
            <a:extLst>
              <a:ext uri="{FF2B5EF4-FFF2-40B4-BE49-F238E27FC236}">
                <a16:creationId xmlns:a16="http://schemas.microsoft.com/office/drawing/2014/main" id="{2263A310-EAF6-47E5-83E1-2F0206BF20C8}"/>
              </a:ext>
            </a:extLst>
          </p:cNvPr>
          <p:cNvSpPr/>
          <p:nvPr/>
        </p:nvSpPr>
        <p:spPr>
          <a:xfrm>
            <a:off x="5303315" y="1065119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427;g96b2f0a949_0_235">
            <a:extLst>
              <a:ext uri="{FF2B5EF4-FFF2-40B4-BE49-F238E27FC236}">
                <a16:creationId xmlns:a16="http://schemas.microsoft.com/office/drawing/2014/main" id="{0E809D74-1B49-43A7-A349-D4DD123A4F50}"/>
              </a:ext>
            </a:extLst>
          </p:cNvPr>
          <p:cNvSpPr/>
          <p:nvPr/>
        </p:nvSpPr>
        <p:spPr>
          <a:xfrm>
            <a:off x="5774940" y="1065119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428;g96b2f0a949_0_235">
            <a:extLst>
              <a:ext uri="{FF2B5EF4-FFF2-40B4-BE49-F238E27FC236}">
                <a16:creationId xmlns:a16="http://schemas.microsoft.com/office/drawing/2014/main" id="{DBA5E77F-EF41-41DC-B63D-E2A12BF6CC6B}"/>
              </a:ext>
            </a:extLst>
          </p:cNvPr>
          <p:cNvSpPr/>
          <p:nvPr/>
        </p:nvSpPr>
        <p:spPr>
          <a:xfrm>
            <a:off x="6285578" y="1065119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429;g96b2f0a949_0_235">
            <a:extLst>
              <a:ext uri="{FF2B5EF4-FFF2-40B4-BE49-F238E27FC236}">
                <a16:creationId xmlns:a16="http://schemas.microsoft.com/office/drawing/2014/main" id="{54879C9D-3D7A-4D65-9260-F0C5DB28C8B9}"/>
              </a:ext>
            </a:extLst>
          </p:cNvPr>
          <p:cNvSpPr/>
          <p:nvPr/>
        </p:nvSpPr>
        <p:spPr>
          <a:xfrm>
            <a:off x="6796215" y="1065119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30;g96b2f0a949_0_235">
            <a:extLst>
              <a:ext uri="{FF2B5EF4-FFF2-40B4-BE49-F238E27FC236}">
                <a16:creationId xmlns:a16="http://schemas.microsoft.com/office/drawing/2014/main" id="{0963771F-804A-4FCF-A5DD-F3E76F811AEF}"/>
              </a:ext>
            </a:extLst>
          </p:cNvPr>
          <p:cNvSpPr txBox="1"/>
          <p:nvPr/>
        </p:nvSpPr>
        <p:spPr>
          <a:xfrm>
            <a:off x="2211965" y="340645"/>
            <a:ext cx="161225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new Features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(10 commits)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31;g96b2f0a949_0_235">
            <a:extLst>
              <a:ext uri="{FF2B5EF4-FFF2-40B4-BE49-F238E27FC236}">
                <a16:creationId xmlns:a16="http://schemas.microsoft.com/office/drawing/2014/main" id="{778C3192-394F-4F8C-A899-D07BD02F852A}"/>
              </a:ext>
            </a:extLst>
          </p:cNvPr>
          <p:cNvSpPr txBox="1"/>
          <p:nvPr/>
        </p:nvSpPr>
        <p:spPr>
          <a:xfrm>
            <a:off x="5580774" y="338757"/>
            <a:ext cx="14268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new Features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(15 commits)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" name="Google Shape;436;g96b2f0a949_0_267">
            <a:extLst>
              <a:ext uri="{FF2B5EF4-FFF2-40B4-BE49-F238E27FC236}">
                <a16:creationId xmlns:a16="http://schemas.microsoft.com/office/drawing/2014/main" id="{D417C38F-811E-473C-9FC0-6F0A99B6D6CF}"/>
              </a:ext>
            </a:extLst>
          </p:cNvPr>
          <p:cNvCxnSpPr/>
          <p:nvPr/>
        </p:nvCxnSpPr>
        <p:spPr>
          <a:xfrm rot="10800000" flipH="1">
            <a:off x="748815" y="3383325"/>
            <a:ext cx="7465500" cy="489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7;g96b2f0a949_0_267">
            <a:extLst>
              <a:ext uri="{FF2B5EF4-FFF2-40B4-BE49-F238E27FC236}">
                <a16:creationId xmlns:a16="http://schemas.microsoft.com/office/drawing/2014/main" id="{A11FB3DE-4EB8-44E8-909F-376DE063389B}"/>
              </a:ext>
            </a:extLst>
          </p:cNvPr>
          <p:cNvSpPr/>
          <p:nvPr/>
        </p:nvSpPr>
        <p:spPr>
          <a:xfrm>
            <a:off x="1130915" y="307462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38;g96b2f0a949_0_267">
            <a:extLst>
              <a:ext uri="{FF2B5EF4-FFF2-40B4-BE49-F238E27FC236}">
                <a16:creationId xmlns:a16="http://schemas.microsoft.com/office/drawing/2014/main" id="{97BE68FD-BEC0-422F-BAAF-F4D1A7C8B740}"/>
              </a:ext>
            </a:extLst>
          </p:cNvPr>
          <p:cNvSpPr/>
          <p:nvPr/>
        </p:nvSpPr>
        <p:spPr>
          <a:xfrm>
            <a:off x="7388040" y="307462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39;g96b2f0a949_0_267">
            <a:extLst>
              <a:ext uri="{FF2B5EF4-FFF2-40B4-BE49-F238E27FC236}">
                <a16:creationId xmlns:a16="http://schemas.microsoft.com/office/drawing/2014/main" id="{C520C922-F7F2-4008-82EE-815609F7A1C3}"/>
              </a:ext>
            </a:extLst>
          </p:cNvPr>
          <p:cNvSpPr/>
          <p:nvPr/>
        </p:nvSpPr>
        <p:spPr>
          <a:xfrm>
            <a:off x="4481565" y="311925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40;g96b2f0a949_0_267">
            <a:extLst>
              <a:ext uri="{FF2B5EF4-FFF2-40B4-BE49-F238E27FC236}">
                <a16:creationId xmlns:a16="http://schemas.microsoft.com/office/drawing/2014/main" id="{8988D2B6-17E6-49AC-AEB6-AA152A673143}"/>
              </a:ext>
            </a:extLst>
          </p:cNvPr>
          <p:cNvSpPr txBox="1"/>
          <p:nvPr/>
        </p:nvSpPr>
        <p:spPr>
          <a:xfrm>
            <a:off x="1011965" y="3953600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v.1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41;g96b2f0a949_0_267">
            <a:extLst>
              <a:ext uri="{FF2B5EF4-FFF2-40B4-BE49-F238E27FC236}">
                <a16:creationId xmlns:a16="http://schemas.microsoft.com/office/drawing/2014/main" id="{090E73AB-B848-49C6-81F7-B3425F941C98}"/>
              </a:ext>
            </a:extLst>
          </p:cNvPr>
          <p:cNvSpPr txBox="1"/>
          <p:nvPr/>
        </p:nvSpPr>
        <p:spPr>
          <a:xfrm>
            <a:off x="4362615" y="3953600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v.2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42;g96b2f0a949_0_267">
            <a:extLst>
              <a:ext uri="{FF2B5EF4-FFF2-40B4-BE49-F238E27FC236}">
                <a16:creationId xmlns:a16="http://schemas.microsoft.com/office/drawing/2014/main" id="{3FA757AF-09B0-4EB4-A50B-D542984E42AF}"/>
              </a:ext>
            </a:extLst>
          </p:cNvPr>
          <p:cNvSpPr txBox="1"/>
          <p:nvPr/>
        </p:nvSpPr>
        <p:spPr>
          <a:xfrm>
            <a:off x="7269090" y="3953600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v.3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43;g96b2f0a949_0_267">
            <a:extLst>
              <a:ext uri="{FF2B5EF4-FFF2-40B4-BE49-F238E27FC236}">
                <a16:creationId xmlns:a16="http://schemas.microsoft.com/office/drawing/2014/main" id="{A72F49A8-E5B4-4586-A7E4-EF5A12B459D6}"/>
              </a:ext>
            </a:extLst>
          </p:cNvPr>
          <p:cNvSpPr/>
          <p:nvPr/>
        </p:nvSpPr>
        <p:spPr>
          <a:xfrm>
            <a:off x="2372065" y="3190575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444;g96b2f0a949_0_267">
            <a:extLst>
              <a:ext uri="{FF2B5EF4-FFF2-40B4-BE49-F238E27FC236}">
                <a16:creationId xmlns:a16="http://schemas.microsoft.com/office/drawing/2014/main" id="{CB6D0278-20A9-4955-9585-399019A72CD8}"/>
              </a:ext>
            </a:extLst>
          </p:cNvPr>
          <p:cNvSpPr/>
          <p:nvPr/>
        </p:nvSpPr>
        <p:spPr>
          <a:xfrm>
            <a:off x="3382265" y="3217725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445;g96b2f0a949_0_267">
            <a:extLst>
              <a:ext uri="{FF2B5EF4-FFF2-40B4-BE49-F238E27FC236}">
                <a16:creationId xmlns:a16="http://schemas.microsoft.com/office/drawing/2014/main" id="{E9FF6856-F78A-42EF-A449-8C8B4C262CDB}"/>
              </a:ext>
            </a:extLst>
          </p:cNvPr>
          <p:cNvSpPr/>
          <p:nvPr/>
        </p:nvSpPr>
        <p:spPr>
          <a:xfrm>
            <a:off x="5385153" y="3190575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446;g96b2f0a949_0_267">
            <a:extLst>
              <a:ext uri="{FF2B5EF4-FFF2-40B4-BE49-F238E27FC236}">
                <a16:creationId xmlns:a16="http://schemas.microsoft.com/office/drawing/2014/main" id="{AE024AAE-EB9F-48FA-B5DC-B75F04CC4A87}"/>
              </a:ext>
            </a:extLst>
          </p:cNvPr>
          <p:cNvSpPr/>
          <p:nvPr/>
        </p:nvSpPr>
        <p:spPr>
          <a:xfrm>
            <a:off x="6796215" y="3190575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447;g96b2f0a949_0_267">
            <a:extLst>
              <a:ext uri="{FF2B5EF4-FFF2-40B4-BE49-F238E27FC236}">
                <a16:creationId xmlns:a16="http://schemas.microsoft.com/office/drawing/2014/main" id="{66B6AA6E-879E-4AC0-9AD6-40544F63727B}"/>
              </a:ext>
            </a:extLst>
          </p:cNvPr>
          <p:cNvSpPr txBox="1"/>
          <p:nvPr/>
        </p:nvSpPr>
        <p:spPr>
          <a:xfrm>
            <a:off x="2535190" y="2546125"/>
            <a:ext cx="12933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commits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448;g96b2f0a949_0_267">
            <a:extLst>
              <a:ext uri="{FF2B5EF4-FFF2-40B4-BE49-F238E27FC236}">
                <a16:creationId xmlns:a16="http://schemas.microsoft.com/office/drawing/2014/main" id="{1F8870A8-FDCC-4996-A96A-043D4F91ED72}"/>
              </a:ext>
            </a:extLst>
          </p:cNvPr>
          <p:cNvSpPr txBox="1"/>
          <p:nvPr/>
        </p:nvSpPr>
        <p:spPr>
          <a:xfrm>
            <a:off x="5714415" y="2546125"/>
            <a:ext cx="14268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commits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449;g96b2f0a949_0_267">
            <a:extLst>
              <a:ext uri="{FF2B5EF4-FFF2-40B4-BE49-F238E27FC236}">
                <a16:creationId xmlns:a16="http://schemas.microsoft.com/office/drawing/2014/main" id="{28C07159-0D37-446F-96C2-3014A730D1AC}"/>
              </a:ext>
            </a:extLst>
          </p:cNvPr>
          <p:cNvSpPr/>
          <p:nvPr/>
        </p:nvSpPr>
        <p:spPr>
          <a:xfrm>
            <a:off x="6164840" y="3190575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450;g96b2f0a949_0_267">
            <a:extLst>
              <a:ext uri="{FF2B5EF4-FFF2-40B4-BE49-F238E27FC236}">
                <a16:creationId xmlns:a16="http://schemas.microsoft.com/office/drawing/2014/main" id="{18EEE9D9-4F3D-4B0E-877D-4383A2FAD1DF}"/>
              </a:ext>
            </a:extLst>
          </p:cNvPr>
          <p:cNvSpPr txBox="1"/>
          <p:nvPr/>
        </p:nvSpPr>
        <p:spPr>
          <a:xfrm>
            <a:off x="1961965" y="3913400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451;g96b2f0a949_0_267">
            <a:extLst>
              <a:ext uri="{FF2B5EF4-FFF2-40B4-BE49-F238E27FC236}">
                <a16:creationId xmlns:a16="http://schemas.microsoft.com/office/drawing/2014/main" id="{4E6E9ADE-5A12-4F6D-AE60-6D43175A3413}"/>
              </a:ext>
            </a:extLst>
          </p:cNvPr>
          <p:cNvSpPr txBox="1"/>
          <p:nvPr/>
        </p:nvSpPr>
        <p:spPr>
          <a:xfrm>
            <a:off x="3008465" y="3913400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452;g96b2f0a949_0_267">
            <a:extLst>
              <a:ext uri="{FF2B5EF4-FFF2-40B4-BE49-F238E27FC236}">
                <a16:creationId xmlns:a16="http://schemas.microsoft.com/office/drawing/2014/main" id="{C1CCF752-B5BA-49D6-AD50-B05BE7133BD8}"/>
              </a:ext>
            </a:extLst>
          </p:cNvPr>
          <p:cNvSpPr txBox="1"/>
          <p:nvPr/>
        </p:nvSpPr>
        <p:spPr>
          <a:xfrm>
            <a:off x="5011365" y="3913400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b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453;g96b2f0a949_0_267">
            <a:extLst>
              <a:ext uri="{FF2B5EF4-FFF2-40B4-BE49-F238E27FC236}">
                <a16:creationId xmlns:a16="http://schemas.microsoft.com/office/drawing/2014/main" id="{C0B9BD58-55A7-430E-B224-E84E7D38B60F}"/>
              </a:ext>
            </a:extLst>
          </p:cNvPr>
          <p:cNvSpPr txBox="1"/>
          <p:nvPr/>
        </p:nvSpPr>
        <p:spPr>
          <a:xfrm>
            <a:off x="5791040" y="3683150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b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454;g96b2f0a949_0_267">
            <a:extLst>
              <a:ext uri="{FF2B5EF4-FFF2-40B4-BE49-F238E27FC236}">
                <a16:creationId xmlns:a16="http://schemas.microsoft.com/office/drawing/2014/main" id="{B24C8EC5-2324-4349-9FB2-7A1494A6D5A7}"/>
              </a:ext>
            </a:extLst>
          </p:cNvPr>
          <p:cNvSpPr txBox="1"/>
          <p:nvPr/>
        </p:nvSpPr>
        <p:spPr>
          <a:xfrm>
            <a:off x="6422415" y="3997200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477;g96b2f0a949_0_296">
            <a:extLst>
              <a:ext uri="{FF2B5EF4-FFF2-40B4-BE49-F238E27FC236}">
                <a16:creationId xmlns:a16="http://schemas.microsoft.com/office/drawing/2014/main" id="{3FCD3EFC-A4A5-4F92-9562-AF6757E2729B}"/>
              </a:ext>
            </a:extLst>
          </p:cNvPr>
          <p:cNvSpPr txBox="1"/>
          <p:nvPr/>
        </p:nvSpPr>
        <p:spPr>
          <a:xfrm>
            <a:off x="126812" y="2481358"/>
            <a:ext cx="16413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Master Branch</a:t>
            </a:r>
            <a:endParaRPr sz="1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477;g96b2f0a949_0_296">
            <a:extLst>
              <a:ext uri="{FF2B5EF4-FFF2-40B4-BE49-F238E27FC236}">
                <a16:creationId xmlns:a16="http://schemas.microsoft.com/office/drawing/2014/main" id="{FA331ACD-EB4A-4F9D-A858-7C68CA28B3BD}"/>
              </a:ext>
            </a:extLst>
          </p:cNvPr>
          <p:cNvSpPr txBox="1"/>
          <p:nvPr/>
        </p:nvSpPr>
        <p:spPr>
          <a:xfrm>
            <a:off x="106715" y="260370"/>
            <a:ext cx="16413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Master Branch</a:t>
            </a:r>
            <a:endParaRPr sz="1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E03BCAC-C9D3-494C-8D34-920DA6040E57}"/>
              </a:ext>
            </a:extLst>
          </p:cNvPr>
          <p:cNvCxnSpPr/>
          <p:nvPr/>
        </p:nvCxnSpPr>
        <p:spPr>
          <a:xfrm>
            <a:off x="748815" y="569007"/>
            <a:ext cx="198647" cy="6861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ACDA95C-D3A2-4CC9-BC31-4EF1B296C3C9}"/>
              </a:ext>
            </a:extLst>
          </p:cNvPr>
          <p:cNvCxnSpPr/>
          <p:nvPr/>
        </p:nvCxnSpPr>
        <p:spPr>
          <a:xfrm>
            <a:off x="848138" y="2776375"/>
            <a:ext cx="163827" cy="6042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348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g96b2f0a949_0_296"/>
          <p:cNvCxnSpPr/>
          <p:nvPr/>
        </p:nvCxnSpPr>
        <p:spPr>
          <a:xfrm rot="10800000" flipH="1">
            <a:off x="537625" y="3490550"/>
            <a:ext cx="8376600" cy="58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0" name="Google Shape;460;g96b2f0a949_0_296"/>
          <p:cNvSpPr/>
          <p:nvPr/>
        </p:nvSpPr>
        <p:spPr>
          <a:xfrm>
            <a:off x="689475" y="325050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96b2f0a949_0_296"/>
          <p:cNvSpPr txBox="1"/>
          <p:nvPr/>
        </p:nvSpPr>
        <p:spPr>
          <a:xfrm>
            <a:off x="459550" y="3986368"/>
            <a:ext cx="109155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dirty="0"/>
              <a:t>l</a:t>
            </a:r>
            <a:r>
              <a:rPr lang="en-US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 commit</a:t>
            </a: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96b2f0a949_0_296"/>
          <p:cNvSpPr/>
          <p:nvPr/>
        </p:nvSpPr>
        <p:spPr>
          <a:xfrm>
            <a:off x="8161600" y="332990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96b2f0a949_0_296"/>
          <p:cNvSpPr txBox="1"/>
          <p:nvPr/>
        </p:nvSpPr>
        <p:spPr>
          <a:xfrm>
            <a:off x="7821625" y="3789401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dirty="0"/>
              <a:t>n</a:t>
            </a:r>
            <a:r>
              <a:rPr lang="en-US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ew feature</a:t>
            </a: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4" name="Google Shape;464;g96b2f0a949_0_296"/>
          <p:cNvCxnSpPr/>
          <p:nvPr/>
        </p:nvCxnSpPr>
        <p:spPr>
          <a:xfrm>
            <a:off x="1398925" y="896925"/>
            <a:ext cx="6273900" cy="14100"/>
          </a:xfrm>
          <a:prstGeom prst="straightConnector1">
            <a:avLst/>
          </a:prstGeom>
          <a:noFill/>
          <a:ln w="762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5" name="Google Shape;465;g96b2f0a949_0_296"/>
          <p:cNvSpPr/>
          <p:nvPr/>
        </p:nvSpPr>
        <p:spPr>
          <a:xfrm>
            <a:off x="1781025" y="53932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96b2f0a949_0_296"/>
          <p:cNvSpPr/>
          <p:nvPr/>
        </p:nvSpPr>
        <p:spPr>
          <a:xfrm>
            <a:off x="6865775" y="65527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96b2f0a949_0_296"/>
          <p:cNvSpPr txBox="1"/>
          <p:nvPr/>
        </p:nvSpPr>
        <p:spPr>
          <a:xfrm>
            <a:off x="1591069" y="1359479"/>
            <a:ext cx="924063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/>
              <a:t>l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 </a:t>
            </a:r>
            <a:r>
              <a:rPr lang="en-US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96b2f0a949_0_296"/>
          <p:cNvSpPr txBox="1"/>
          <p:nvPr/>
        </p:nvSpPr>
        <p:spPr>
          <a:xfrm>
            <a:off x="6451656" y="1448925"/>
            <a:ext cx="1445339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dirty="0"/>
              <a:t>n</a:t>
            </a:r>
            <a:r>
              <a:rPr lang="en-US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ew feature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dirty="0"/>
              <a:t>(last commit in this branch)</a:t>
            </a: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96b2f0a949_0_296"/>
          <p:cNvSpPr/>
          <p:nvPr/>
        </p:nvSpPr>
        <p:spPr>
          <a:xfrm>
            <a:off x="3022175" y="655275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96b2f0a949_0_296"/>
          <p:cNvSpPr/>
          <p:nvPr/>
        </p:nvSpPr>
        <p:spPr>
          <a:xfrm>
            <a:off x="4032375" y="682425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96b2f0a949_0_296"/>
          <p:cNvSpPr/>
          <p:nvPr/>
        </p:nvSpPr>
        <p:spPr>
          <a:xfrm>
            <a:off x="5097538" y="682425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96b2f0a949_0_296"/>
          <p:cNvSpPr/>
          <p:nvPr/>
        </p:nvSpPr>
        <p:spPr>
          <a:xfrm>
            <a:off x="6063088" y="722625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96b2f0a949_0_296"/>
          <p:cNvSpPr txBox="1"/>
          <p:nvPr/>
        </p:nvSpPr>
        <p:spPr>
          <a:xfrm>
            <a:off x="3905275" y="3041975"/>
            <a:ext cx="16413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Master Branch</a:t>
            </a:r>
            <a:endParaRPr sz="1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96b2f0a949_0_296"/>
          <p:cNvSpPr txBox="1"/>
          <p:nvPr/>
        </p:nvSpPr>
        <p:spPr>
          <a:xfrm>
            <a:off x="3905275" y="49750"/>
            <a:ext cx="16413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New Branch</a:t>
            </a:r>
            <a:endParaRPr sz="1400" b="1" i="0" u="none" strike="noStrike" cap="none" dirty="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g96b2f0a949_0_296"/>
          <p:cNvCxnSpPr>
            <a:stCxn id="460" idx="0"/>
          </p:cNvCxnSpPr>
          <p:nvPr/>
        </p:nvCxnSpPr>
        <p:spPr>
          <a:xfrm rot="10800000" flipH="1">
            <a:off x="998025" y="892500"/>
            <a:ext cx="412500" cy="2358000"/>
          </a:xfrm>
          <a:prstGeom prst="straightConnector1">
            <a:avLst/>
          </a:prstGeom>
          <a:noFill/>
          <a:ln w="38100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0" name="Google Shape;480;g96b2f0a949_0_296"/>
          <p:cNvCxnSpPr>
            <a:endCxn id="462" idx="0"/>
          </p:cNvCxnSpPr>
          <p:nvPr/>
        </p:nvCxnSpPr>
        <p:spPr>
          <a:xfrm>
            <a:off x="7638400" y="902000"/>
            <a:ext cx="695700" cy="2427900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96A5110-E021-47C2-B9A1-4C4998C12162}"/>
              </a:ext>
            </a:extLst>
          </p:cNvPr>
          <p:cNvCxnSpPr>
            <a:cxnSpLocks/>
          </p:cNvCxnSpPr>
          <p:nvPr/>
        </p:nvCxnSpPr>
        <p:spPr>
          <a:xfrm>
            <a:off x="3194675" y="1205625"/>
            <a:ext cx="0" cy="3619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FBF30B-9E42-4EBA-AD74-B332562CC875}"/>
              </a:ext>
            </a:extLst>
          </p:cNvPr>
          <p:cNvCxnSpPr/>
          <p:nvPr/>
        </p:nvCxnSpPr>
        <p:spPr>
          <a:xfrm>
            <a:off x="3194675" y="1567543"/>
            <a:ext cx="30409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7EEB93-1C75-4AA4-8B90-1935A74659E2}"/>
              </a:ext>
            </a:extLst>
          </p:cNvPr>
          <p:cNvCxnSpPr>
            <a:cxnSpLocks/>
          </p:cNvCxnSpPr>
          <p:nvPr/>
        </p:nvCxnSpPr>
        <p:spPr>
          <a:xfrm>
            <a:off x="6235588" y="1205625"/>
            <a:ext cx="0" cy="3619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57C9ED-1C8C-4A76-A8B3-F2A8F7FE2E20}"/>
              </a:ext>
            </a:extLst>
          </p:cNvPr>
          <p:cNvCxnSpPr>
            <a:cxnSpLocks/>
          </p:cNvCxnSpPr>
          <p:nvPr/>
        </p:nvCxnSpPr>
        <p:spPr>
          <a:xfrm>
            <a:off x="4204875" y="1205625"/>
            <a:ext cx="0" cy="3619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29D750-D592-4265-9BB6-1FCD76276CA9}"/>
              </a:ext>
            </a:extLst>
          </p:cNvPr>
          <p:cNvCxnSpPr>
            <a:cxnSpLocks/>
          </p:cNvCxnSpPr>
          <p:nvPr/>
        </p:nvCxnSpPr>
        <p:spPr>
          <a:xfrm>
            <a:off x="5270038" y="1205625"/>
            <a:ext cx="0" cy="3619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524C2CA-C117-41FF-AC54-527753F93483}"/>
              </a:ext>
            </a:extLst>
          </p:cNvPr>
          <p:cNvCxnSpPr/>
          <p:nvPr/>
        </p:nvCxnSpPr>
        <p:spPr>
          <a:xfrm>
            <a:off x="4762919" y="1567543"/>
            <a:ext cx="0" cy="300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Google Shape;467;g96b2f0a949_0_296">
            <a:extLst>
              <a:ext uri="{FF2B5EF4-FFF2-40B4-BE49-F238E27FC236}">
                <a16:creationId xmlns:a16="http://schemas.microsoft.com/office/drawing/2014/main" id="{6AF53613-57A4-459C-B7F5-2FEAD6ECF4F3}"/>
              </a:ext>
            </a:extLst>
          </p:cNvPr>
          <p:cNvSpPr txBox="1"/>
          <p:nvPr/>
        </p:nvSpPr>
        <p:spPr>
          <a:xfrm>
            <a:off x="3325876" y="1852795"/>
            <a:ext cx="2978835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dirty="0"/>
              <a:t>commits that we make when working on the new feature</a:t>
            </a: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32DBA12-8986-45B6-AD3C-D8AFAB83B142}"/>
              </a:ext>
            </a:extLst>
          </p:cNvPr>
          <p:cNvCxnSpPr/>
          <p:nvPr/>
        </p:nvCxnSpPr>
        <p:spPr>
          <a:xfrm flipV="1">
            <a:off x="6235588" y="1321575"/>
            <a:ext cx="630187" cy="2459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33E1564-17C2-49B7-B69B-E4543A898B03}"/>
              </a:ext>
            </a:extLst>
          </p:cNvPr>
          <p:cNvSpPr txBox="1"/>
          <p:nvPr/>
        </p:nvSpPr>
        <p:spPr>
          <a:xfrm>
            <a:off x="84227" y="1720181"/>
            <a:ext cx="1239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create </a:t>
            </a:r>
          </a:p>
          <a:p>
            <a:r>
              <a:rPr lang="en-US" dirty="0">
                <a:solidFill>
                  <a:srgbClr val="00B050"/>
                </a:solidFill>
              </a:rPr>
              <a:t>new branch</a:t>
            </a:r>
            <a:endParaRPr lang="en-ID" dirty="0">
              <a:solidFill>
                <a:srgbClr val="00B05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3C7AB7-B822-4573-9289-55D13E9D0264}"/>
              </a:ext>
            </a:extLst>
          </p:cNvPr>
          <p:cNvSpPr txBox="1"/>
          <p:nvPr/>
        </p:nvSpPr>
        <p:spPr>
          <a:xfrm>
            <a:off x="8160992" y="1973650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merge</a:t>
            </a:r>
            <a:endParaRPr lang="en-ID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559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g96b2f0a949_0_296"/>
          <p:cNvCxnSpPr/>
          <p:nvPr/>
        </p:nvCxnSpPr>
        <p:spPr>
          <a:xfrm rot="10800000" flipH="1">
            <a:off x="537625" y="3490550"/>
            <a:ext cx="8376600" cy="58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0" name="Google Shape;460;g96b2f0a949_0_296"/>
          <p:cNvSpPr/>
          <p:nvPr/>
        </p:nvSpPr>
        <p:spPr>
          <a:xfrm>
            <a:off x="689475" y="3250500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96b2f0a949_0_296"/>
          <p:cNvSpPr txBox="1"/>
          <p:nvPr/>
        </p:nvSpPr>
        <p:spPr>
          <a:xfrm>
            <a:off x="570525" y="4110875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v.1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96b2f0a949_0_296"/>
          <p:cNvSpPr/>
          <p:nvPr/>
        </p:nvSpPr>
        <p:spPr>
          <a:xfrm>
            <a:off x="8161600" y="3329900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96b2f0a949_0_296"/>
          <p:cNvSpPr txBox="1"/>
          <p:nvPr/>
        </p:nvSpPr>
        <p:spPr>
          <a:xfrm>
            <a:off x="7591850" y="4070675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4" name="Google Shape;464;g96b2f0a949_0_296"/>
          <p:cNvCxnSpPr/>
          <p:nvPr/>
        </p:nvCxnSpPr>
        <p:spPr>
          <a:xfrm>
            <a:off x="1398925" y="896925"/>
            <a:ext cx="6273900" cy="14100"/>
          </a:xfrm>
          <a:prstGeom prst="straightConnector1">
            <a:avLst/>
          </a:prstGeom>
          <a:noFill/>
          <a:ln w="762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5" name="Google Shape;465;g96b2f0a949_0_296"/>
          <p:cNvSpPr/>
          <p:nvPr/>
        </p:nvSpPr>
        <p:spPr>
          <a:xfrm>
            <a:off x="1781025" y="53932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96b2f0a949_0_296"/>
          <p:cNvSpPr/>
          <p:nvPr/>
        </p:nvSpPr>
        <p:spPr>
          <a:xfrm>
            <a:off x="6865775" y="655275"/>
            <a:ext cx="617100" cy="6663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96b2f0a949_0_296"/>
          <p:cNvSpPr txBox="1"/>
          <p:nvPr/>
        </p:nvSpPr>
        <p:spPr>
          <a:xfrm>
            <a:off x="1662075" y="1418300"/>
            <a:ext cx="8550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v.1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96b2f0a949_0_296"/>
          <p:cNvSpPr txBox="1"/>
          <p:nvPr/>
        </p:nvSpPr>
        <p:spPr>
          <a:xfrm>
            <a:off x="6603575" y="1418302"/>
            <a:ext cx="11415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1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96b2f0a949_0_296"/>
          <p:cNvSpPr/>
          <p:nvPr/>
        </p:nvSpPr>
        <p:spPr>
          <a:xfrm>
            <a:off x="3022175" y="655275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96b2f0a949_0_296"/>
          <p:cNvSpPr/>
          <p:nvPr/>
        </p:nvSpPr>
        <p:spPr>
          <a:xfrm>
            <a:off x="4032375" y="682425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96b2f0a949_0_296"/>
          <p:cNvSpPr txBox="1"/>
          <p:nvPr/>
        </p:nvSpPr>
        <p:spPr>
          <a:xfrm>
            <a:off x="2612075" y="1378100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96b2f0a949_0_296"/>
          <p:cNvSpPr txBox="1"/>
          <p:nvPr/>
        </p:nvSpPr>
        <p:spPr>
          <a:xfrm>
            <a:off x="3658575" y="1378100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b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96b2f0a949_0_296"/>
          <p:cNvSpPr/>
          <p:nvPr/>
        </p:nvSpPr>
        <p:spPr>
          <a:xfrm>
            <a:off x="5097538" y="682425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96b2f0a949_0_296"/>
          <p:cNvSpPr txBox="1"/>
          <p:nvPr/>
        </p:nvSpPr>
        <p:spPr>
          <a:xfrm>
            <a:off x="4723738" y="1378100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96b2f0a949_0_296"/>
          <p:cNvSpPr/>
          <p:nvPr/>
        </p:nvSpPr>
        <p:spPr>
          <a:xfrm>
            <a:off x="6063088" y="722625"/>
            <a:ext cx="345000" cy="3801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96b2f0a949_0_296"/>
          <p:cNvSpPr txBox="1"/>
          <p:nvPr/>
        </p:nvSpPr>
        <p:spPr>
          <a:xfrm>
            <a:off x="5689288" y="1418300"/>
            <a:ext cx="1092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96b2f0a949_0_296"/>
          <p:cNvSpPr txBox="1"/>
          <p:nvPr/>
        </p:nvSpPr>
        <p:spPr>
          <a:xfrm>
            <a:off x="3905275" y="3041975"/>
            <a:ext cx="16413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Master Branch</a:t>
            </a:r>
            <a:endParaRPr sz="1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96b2f0a949_0_296"/>
          <p:cNvSpPr txBox="1"/>
          <p:nvPr/>
        </p:nvSpPr>
        <p:spPr>
          <a:xfrm>
            <a:off x="3905275" y="49750"/>
            <a:ext cx="16413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dirty="0">
                <a:solidFill>
                  <a:srgbClr val="00B0F0"/>
                </a:solidFill>
              </a:rPr>
              <a:t>f</a:t>
            </a:r>
            <a:r>
              <a:rPr lang="en-US" sz="1400" b="1" i="0" u="none" strike="noStrike" cap="none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eature1 Branch</a:t>
            </a:r>
            <a:endParaRPr sz="1400" b="1" i="0" u="none" strike="noStrike" cap="none" dirty="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g96b2f0a949_0_296"/>
          <p:cNvCxnSpPr>
            <a:stCxn id="460" idx="0"/>
          </p:cNvCxnSpPr>
          <p:nvPr/>
        </p:nvCxnSpPr>
        <p:spPr>
          <a:xfrm rot="10800000" flipH="1">
            <a:off x="998025" y="892500"/>
            <a:ext cx="412500" cy="2358000"/>
          </a:xfrm>
          <a:prstGeom prst="straightConnector1">
            <a:avLst/>
          </a:prstGeom>
          <a:noFill/>
          <a:ln w="38100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0" name="Google Shape;480;g96b2f0a949_0_296"/>
          <p:cNvCxnSpPr>
            <a:endCxn id="462" idx="0"/>
          </p:cNvCxnSpPr>
          <p:nvPr/>
        </p:nvCxnSpPr>
        <p:spPr>
          <a:xfrm>
            <a:off x="7638400" y="902000"/>
            <a:ext cx="695700" cy="2427900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17CA75B-1EC0-40F0-B3CF-422DD524E503}"/>
              </a:ext>
            </a:extLst>
          </p:cNvPr>
          <p:cNvSpPr txBox="1"/>
          <p:nvPr/>
        </p:nvSpPr>
        <p:spPr>
          <a:xfrm>
            <a:off x="8160992" y="1973650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merge</a:t>
            </a:r>
            <a:endParaRPr lang="en-ID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9C02A-9D0A-4CFA-AA47-9D88EBD54674}"/>
              </a:ext>
            </a:extLst>
          </p:cNvPr>
          <p:cNvSpPr txBox="1"/>
          <p:nvPr/>
        </p:nvSpPr>
        <p:spPr>
          <a:xfrm>
            <a:off x="84227" y="1720181"/>
            <a:ext cx="1239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create </a:t>
            </a:r>
          </a:p>
          <a:p>
            <a:r>
              <a:rPr lang="en-US" dirty="0">
                <a:solidFill>
                  <a:srgbClr val="00B050"/>
                </a:solidFill>
              </a:rPr>
              <a:t>new branch</a:t>
            </a:r>
            <a:endParaRPr lang="en-ID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E8344-0970-43A5-97A4-1B1F6C96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branch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E1B2D4-1319-477C-A870-7B605B4E99E7}"/>
              </a:ext>
            </a:extLst>
          </p:cNvPr>
          <p:cNvSpPr txBox="1"/>
          <p:nvPr/>
        </p:nvSpPr>
        <p:spPr>
          <a:xfrm>
            <a:off x="628650" y="1002998"/>
            <a:ext cx="8515350" cy="3570208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algn="l"/>
            <a:endParaRPr lang="en-ID" sz="9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D" sz="9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D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Making a feature branch: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4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git branch &lt;</a:t>
            </a:r>
            <a:r>
              <a:rPr lang="en-ID" sz="1400" b="1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namaBranch</a:t>
            </a:r>
            <a:r>
              <a:rPr lang="en-ID" sz="14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</a:p>
          <a:p>
            <a:endParaRPr lang="en-ID" sz="1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See all branches (including master branch): </a:t>
            </a:r>
            <a:endParaRPr lang="en-ID" sz="16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4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git branch –a </a:t>
            </a:r>
          </a:p>
          <a:p>
            <a:endParaRPr lang="en-ID" sz="1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D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Working on a branch: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4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git checkout &lt;</a:t>
            </a:r>
            <a:r>
              <a:rPr lang="en-ID" sz="1400" b="1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namaBranch</a:t>
            </a:r>
            <a:r>
              <a:rPr lang="en-ID" sz="14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</a:p>
          <a:p>
            <a:endParaRPr lang="en-ID" sz="1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Shortcut to make &amp; work on a branch: </a:t>
            </a:r>
            <a:endParaRPr lang="en-ID" sz="16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4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git checkout -b &lt;</a:t>
            </a:r>
            <a:r>
              <a:rPr lang="en-ID" sz="1400" b="1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namaBranch</a:t>
            </a:r>
            <a:r>
              <a:rPr lang="en-ID" sz="14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endParaRPr lang="en-ID" sz="1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D" sz="1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D" sz="16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D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D" sz="16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975"/>
            <a:r>
              <a:rPr lang="en-ID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Delete a branch: </a:t>
            </a:r>
          </a:p>
          <a:p>
            <a:pPr marL="180975"/>
            <a:r>
              <a:rPr lang="en-ID" sz="1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1 - </a:t>
            </a:r>
            <a:r>
              <a:rPr lang="en-ID" sz="14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git checkout master </a:t>
            </a:r>
            <a:endParaRPr lang="en-ID" sz="1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975"/>
            <a:r>
              <a:rPr lang="en-ID" sz="1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2 - </a:t>
            </a:r>
            <a:r>
              <a:rPr lang="en-ID" sz="14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git branch -D &lt;</a:t>
            </a:r>
            <a:r>
              <a:rPr lang="en-ID" sz="1400" b="1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namaBranch</a:t>
            </a:r>
            <a:r>
              <a:rPr lang="en-ID" sz="14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marL="180975" algn="l"/>
            <a:endParaRPr lang="en-ID" sz="18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975"/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Merge a feature branch to master branch: </a:t>
            </a:r>
          </a:p>
          <a:p>
            <a:pPr marL="180975"/>
            <a:r>
              <a:rPr lang="en-ID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1 - </a:t>
            </a:r>
            <a:r>
              <a:rPr lang="en-ID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git checkout master </a:t>
            </a:r>
            <a:endParaRPr lang="en-ID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975"/>
            <a:r>
              <a:rPr lang="en-ID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2a - </a:t>
            </a:r>
            <a:r>
              <a:rPr lang="en-ID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git merge &lt;</a:t>
            </a:r>
            <a:r>
              <a:rPr lang="en-ID" b="1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namaBranch</a:t>
            </a:r>
            <a:r>
              <a:rPr lang="en-ID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endParaRPr lang="en-ID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975"/>
            <a:r>
              <a:rPr lang="en-ID" b="1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merge the commit history too</a:t>
            </a:r>
          </a:p>
          <a:p>
            <a:pPr marL="180975"/>
            <a:endParaRPr lang="en-ID" b="1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975"/>
            <a:r>
              <a:rPr lang="en-ID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2b - </a:t>
            </a:r>
            <a:r>
              <a:rPr lang="en-ID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git merge --squash &lt;</a:t>
            </a:r>
            <a:r>
              <a:rPr lang="en-ID" b="1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namaBranch</a:t>
            </a:r>
            <a:r>
              <a:rPr lang="en-ID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</a:p>
          <a:p>
            <a:pPr marL="180975"/>
            <a:r>
              <a:rPr lang="en-ID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merge only the changes, and we need to make a new commit</a:t>
            </a:r>
            <a:endParaRPr lang="en-ID" b="1" i="0" u="none" strike="noStrike" baseline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975"/>
            <a:endParaRPr lang="en-ID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7CF563-B77B-4891-BDF4-F974C4FFCB4C}"/>
              </a:ext>
            </a:extLst>
          </p:cNvPr>
          <p:cNvCxnSpPr>
            <a:cxnSpLocks/>
          </p:cNvCxnSpPr>
          <p:nvPr/>
        </p:nvCxnSpPr>
        <p:spPr>
          <a:xfrm>
            <a:off x="4772967" y="1095270"/>
            <a:ext cx="0" cy="3084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812441"/>
      </p:ext>
    </p:extLst>
  </p:cSld>
  <p:clrMapOvr>
    <a:masterClrMapping/>
  </p:clrMapOvr>
</p:sld>
</file>

<file path=ppt/theme/theme1.xml><?xml version="1.0" encoding="utf-8"?>
<a:theme xmlns:a="http://schemas.openxmlformats.org/drawingml/2006/main" name="purwadhika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16461</TotalTime>
  <Words>3918</Words>
  <Application>Microsoft Office PowerPoint</Application>
  <PresentationFormat>On-screen Show (16:9)</PresentationFormat>
  <Paragraphs>473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Montserrat</vt:lpstr>
      <vt:lpstr>Calibri</vt:lpstr>
      <vt:lpstr>Arial Black</vt:lpstr>
      <vt:lpstr>Arial</vt:lpstr>
      <vt:lpstr>Roboto</vt:lpstr>
      <vt:lpstr>Roboto Mono</vt:lpstr>
      <vt:lpstr>Montserrat Medium</vt:lpstr>
      <vt:lpstr>purwadhika</vt:lpstr>
      <vt:lpstr>Git</vt:lpstr>
      <vt:lpstr>PowerPoint Presentation</vt:lpstr>
      <vt:lpstr>Introduction to Git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Git</vt:lpstr>
      <vt:lpstr>Git Configuration</vt:lpstr>
      <vt:lpstr>Tools to Run Git Commands</vt:lpstr>
      <vt:lpstr>PowerPoint Presentation</vt:lpstr>
      <vt:lpstr>What is a Git repository?</vt:lpstr>
      <vt:lpstr>Initalizing a new repository: git init</vt:lpstr>
      <vt:lpstr>Git</vt:lpstr>
      <vt:lpstr>PowerPoint Presentation</vt:lpstr>
      <vt:lpstr>Git Saving Changes</vt:lpstr>
      <vt:lpstr>Git</vt:lpstr>
      <vt:lpstr>PowerPoint Presentation</vt:lpstr>
      <vt:lpstr>git checkout</vt:lpstr>
      <vt:lpstr>git checkout</vt:lpstr>
      <vt:lpstr>git revert</vt:lpstr>
      <vt:lpstr>git revert</vt:lpstr>
      <vt:lpstr>git reset</vt:lpstr>
      <vt:lpstr>git reset</vt:lpstr>
      <vt:lpstr>Git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git branch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Classes &amp; Objects</dc:title>
  <dc:creator>rochafi</dc:creator>
  <cp:lastModifiedBy>Baron</cp:lastModifiedBy>
  <cp:revision>1400</cp:revision>
  <dcterms:modified xsi:type="dcterms:W3CDTF">2021-03-17T03:56:52Z</dcterms:modified>
</cp:coreProperties>
</file>