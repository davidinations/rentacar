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62" r:id="rId4"/>
    <p:sldId id="349" r:id="rId5"/>
    <p:sldId id="350" r:id="rId6"/>
    <p:sldId id="332" r:id="rId7"/>
    <p:sldId id="293" r:id="rId8"/>
    <p:sldId id="351" r:id="rId9"/>
    <p:sldId id="352" r:id="rId10"/>
    <p:sldId id="353" r:id="rId11"/>
    <p:sldId id="338" r:id="rId12"/>
    <p:sldId id="354" r:id="rId13"/>
    <p:sldId id="339" r:id="rId14"/>
    <p:sldId id="355" r:id="rId15"/>
    <p:sldId id="340" r:id="rId16"/>
    <p:sldId id="342" r:id="rId17"/>
    <p:sldId id="343" r:id="rId18"/>
    <p:sldId id="344" r:id="rId19"/>
    <p:sldId id="345" r:id="rId20"/>
    <p:sldId id="346" r:id="rId21"/>
    <p:sldId id="304" r:id="rId22"/>
    <p:sldId id="348" r:id="rId23"/>
  </p:sldIdLst>
  <p:sldSz cx="9144000" cy="5143500" type="screen16x9"/>
  <p:notesSz cx="6858000" cy="9144000"/>
  <p:embeddedFontLst>
    <p:embeddedFont>
      <p:font typeface="Arial Black" panose="020B0A04020102020204" pitchFamily="34" charset="0"/>
      <p:regular r:id="rId25"/>
      <p:bold r:id="rId26"/>
    </p:embeddedFont>
    <p:embeddedFont>
      <p:font typeface="Calibri" panose="020F0502020204030204" pitchFamily="34" charset="0"/>
      <p:regular r:id="rId27"/>
      <p:bold r:id="rId28"/>
      <p:italic r:id="rId29"/>
      <p:boldItalic r:id="rId30"/>
    </p:embeddedFont>
    <p:embeddedFont>
      <p:font typeface="Montserrat" panose="020B0604020202020204" charset="0"/>
      <p:regular r:id="rId31"/>
      <p:bold r:id="rId32"/>
      <p:italic r:id="rId33"/>
      <p:boldItalic r:id="rId34"/>
    </p:embeddedFont>
    <p:embeddedFont>
      <p:font typeface="Montserrat Medium" panose="020B0604020202020204" charset="0"/>
      <p:regular r:id="rId35"/>
      <p:bold r:id="rId36"/>
      <p:italic r:id="rId37"/>
      <p:boldItalic r:id="rId38"/>
    </p:embeddedFont>
    <p:embeddedFont>
      <p:font typeface="Roboto" panose="020B060402020202020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iANr1EEBOe/LwcryqLWRnYDE+0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627" autoAdjust="0"/>
  </p:normalViewPr>
  <p:slideViewPr>
    <p:cSldViewPr snapToGrid="0">
      <p:cViewPr varScale="1">
        <p:scale>
          <a:sx n="95" d="100"/>
          <a:sy n="95" d="100"/>
        </p:scale>
        <p:origin x="198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66"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69"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7.fntdata"/><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D" sz="1400" b="0" i="0" u="none" strike="noStrike" dirty="0">
                <a:solidFill>
                  <a:srgbClr val="000000"/>
                </a:solidFill>
                <a:effectLst/>
                <a:latin typeface="Arial" panose="020B0604020202020204" pitchFamily="34" charset="0"/>
              </a:rPr>
              <a:t>Pada session kali </a:t>
            </a:r>
            <a:r>
              <a:rPr lang="en-ID" sz="1400" b="0" i="0" u="none" strike="noStrike" dirty="0" err="1">
                <a:solidFill>
                  <a:srgbClr val="000000"/>
                </a:solidFill>
                <a:effectLst/>
                <a:latin typeface="Arial" panose="020B0604020202020204" pitchFamily="34" charset="0"/>
              </a:rPr>
              <a:t>ini</a:t>
            </a:r>
            <a:r>
              <a:rPr lang="en-ID" sz="1400" b="0" i="0" u="none" strike="noStrike" dirty="0">
                <a:solidFill>
                  <a:srgbClr val="000000"/>
                </a:solidFill>
                <a:effectLst/>
                <a:latin typeface="Arial" panose="020B0604020202020204" pitchFamily="34" charset="0"/>
              </a:rPr>
              <a:t> </a:t>
            </a:r>
            <a:r>
              <a:rPr lang="en-ID" sz="1400" b="0" i="0" u="none" strike="noStrike" dirty="0" err="1">
                <a:solidFill>
                  <a:srgbClr val="000000"/>
                </a:solidFill>
                <a:effectLst/>
                <a:latin typeface="Arial" panose="020B0604020202020204" pitchFamily="34" charset="0"/>
              </a:rPr>
              <a:t>kita</a:t>
            </a:r>
            <a:r>
              <a:rPr lang="en-ID" sz="1400" b="0" i="0" u="none" strike="noStrike" dirty="0">
                <a:solidFill>
                  <a:srgbClr val="000000"/>
                </a:solidFill>
                <a:effectLst/>
                <a:latin typeface="Arial" panose="020B0604020202020204" pitchFamily="34" charset="0"/>
              </a:rPr>
              <a:t> </a:t>
            </a:r>
            <a:r>
              <a:rPr lang="en-ID" sz="1400" b="0" i="0" u="none" strike="noStrike" dirty="0" err="1">
                <a:solidFill>
                  <a:srgbClr val="000000"/>
                </a:solidFill>
                <a:effectLst/>
                <a:latin typeface="Arial" panose="020B0604020202020204" pitchFamily="34" charset="0"/>
              </a:rPr>
              <a:t>akan</a:t>
            </a:r>
            <a:r>
              <a:rPr lang="en-ID" sz="1400" b="0" i="0" u="none" strike="noStrike" dirty="0">
                <a:solidFill>
                  <a:srgbClr val="000000"/>
                </a:solidFill>
                <a:effectLst/>
                <a:latin typeface="Arial" panose="020B0604020202020204" pitchFamily="34" charset="0"/>
              </a:rPr>
              <a:t> </a:t>
            </a:r>
            <a:r>
              <a:rPr lang="en-ID" sz="1400" b="0" i="0" u="none" strike="noStrike" dirty="0" err="1">
                <a:solidFill>
                  <a:srgbClr val="000000"/>
                </a:solidFill>
                <a:effectLst/>
                <a:latin typeface="Arial" panose="020B0604020202020204" pitchFamily="34" charset="0"/>
              </a:rPr>
              <a:t>membahas</a:t>
            </a:r>
            <a:r>
              <a:rPr lang="en-ID" sz="1400" b="0" i="0" u="none" strike="noStrike" dirty="0">
                <a:solidFill>
                  <a:srgbClr val="000000"/>
                </a:solidFill>
                <a:effectLst/>
                <a:latin typeface="Arial" panose="020B0604020202020204" pitchFamily="34" charset="0"/>
              </a:rPr>
              <a:t> </a:t>
            </a:r>
            <a:r>
              <a:rPr lang="en-ID" sz="1400" b="0" i="0" u="none" strike="noStrike" dirty="0" err="1">
                <a:solidFill>
                  <a:srgbClr val="000000"/>
                </a:solidFill>
                <a:effectLst/>
                <a:latin typeface="Arial" panose="020B0604020202020204" pitchFamily="34" charset="0"/>
              </a:rPr>
              <a:t>mengenai</a:t>
            </a:r>
            <a:r>
              <a:rPr lang="en-ID" sz="1400" b="0" i="0" u="none" strike="noStrike" dirty="0">
                <a:solidFill>
                  <a:srgbClr val="000000"/>
                </a:solidFill>
                <a:effectLst/>
                <a:latin typeface="Arial" panose="020B0604020202020204" pitchFamily="34" charset="0"/>
              </a:rPr>
              <a:t> </a:t>
            </a:r>
            <a:r>
              <a:rPr lang="en-ID" sz="1400" b="0" i="0" u="none" strike="noStrike" dirty="0" err="1">
                <a:solidFill>
                  <a:srgbClr val="000000"/>
                </a:solidFill>
                <a:effectLst/>
                <a:latin typeface="Arial" panose="020B0604020202020204" pitchFamily="34" charset="0"/>
              </a:rPr>
              <a:t>Github</a:t>
            </a:r>
            <a:r>
              <a:rPr lang="en-ID" sz="1400" b="0" i="0" u="none" strike="noStrike" dirty="0">
                <a:solidFill>
                  <a:srgbClr val="000000"/>
                </a:solidFill>
                <a:effectLst/>
                <a:latin typeface="Arial" panose="020B0604020202020204" pitchFamily="34" charset="0"/>
              </a:rPr>
              <a:t>.</a:t>
            </a:r>
            <a:endParaRPr lang="en-ID" sz="1400" dirty="0"/>
          </a:p>
          <a:p>
            <a:pPr marL="0" lvl="0" indent="0" algn="l" rtl="0">
              <a:lnSpc>
                <a:spcPct val="100000"/>
              </a:lnSpc>
              <a:spcBef>
                <a:spcPts val="0"/>
              </a:spcBef>
              <a:spcAft>
                <a:spcPts val="0"/>
              </a:spcAft>
              <a:buSzPts val="1100"/>
              <a:buNone/>
            </a:pPr>
            <a:endParaRPr sz="14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a3063232f1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a3063232f1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auto" latinLnBrk="0" hangingPunct="1">
              <a:lnSpc>
                <a:spcPct val="150000"/>
              </a:lnSpc>
              <a:spcBef>
                <a:spcPts val="0"/>
              </a:spcBef>
              <a:spcAft>
                <a:spcPts val="0"/>
              </a:spcAft>
              <a:buClr>
                <a:srgbClr val="000000"/>
              </a:buClr>
              <a:buSzPts val="1100"/>
              <a:buFont typeface="Arial"/>
              <a:buNone/>
              <a:tabLst/>
              <a:defRPr/>
            </a:pPr>
            <a:r>
              <a:rPr lang="en-ID" sz="1400" b="0" i="0" u="none" strike="noStrike" dirty="0">
                <a:solidFill>
                  <a:srgbClr val="000000"/>
                </a:solidFill>
                <a:effectLst/>
                <a:latin typeface="Arial" panose="020B0604020202020204" pitchFamily="34" charset="0"/>
              </a:rPr>
              <a:t>Materi2 </a:t>
            </a:r>
            <a:r>
              <a:rPr lang="en-US" sz="1400" dirty="0"/>
              <a:t>yang </a:t>
            </a:r>
            <a:r>
              <a:rPr lang="en-US" sz="1400" dirty="0" err="1"/>
              <a:t>akan</a:t>
            </a:r>
            <a:r>
              <a:rPr lang="en-US" sz="1400" dirty="0"/>
              <a:t> </a:t>
            </a:r>
            <a:r>
              <a:rPr lang="en-US" sz="1400" dirty="0" err="1"/>
              <a:t>kita</a:t>
            </a:r>
            <a:r>
              <a:rPr lang="en-US" sz="1400" dirty="0"/>
              <a:t> </a:t>
            </a:r>
            <a:r>
              <a:rPr lang="en-US" sz="1400" dirty="0" err="1"/>
              <a:t>bahas</a:t>
            </a:r>
            <a:r>
              <a:rPr lang="en-US" sz="1400" dirty="0"/>
              <a:t> pada session kali </a:t>
            </a:r>
            <a:r>
              <a:rPr lang="en-US" sz="1400" dirty="0" err="1"/>
              <a:t>ini</a:t>
            </a:r>
            <a:r>
              <a:rPr lang="en-US" sz="1400" dirty="0"/>
              <a:t> </a:t>
            </a:r>
            <a:r>
              <a:rPr lang="en-US" sz="1400" dirty="0" err="1"/>
              <a:t>dimulai</a:t>
            </a:r>
            <a:r>
              <a:rPr lang="en-US" sz="1400" dirty="0"/>
              <a:t> </a:t>
            </a:r>
            <a:r>
              <a:rPr lang="en-US" sz="1400" dirty="0" err="1"/>
              <a:t>dari</a:t>
            </a:r>
            <a:r>
              <a:rPr lang="en-US" sz="1400" dirty="0"/>
              <a:t> </a:t>
            </a:r>
            <a:r>
              <a:rPr lang="en-US" sz="1400" dirty="0" err="1"/>
              <a:t>membahas</a:t>
            </a:r>
            <a:r>
              <a:rPr lang="en-US" sz="1400" dirty="0"/>
              <a:t> </a:t>
            </a:r>
            <a:r>
              <a:rPr lang="en-US" sz="1400" dirty="0" err="1"/>
              <a:t>apa</a:t>
            </a:r>
            <a:r>
              <a:rPr lang="en-US" sz="1400" dirty="0"/>
              <a:t> </a:t>
            </a:r>
            <a:r>
              <a:rPr lang="en-US" sz="1400" dirty="0" err="1"/>
              <a:t>itu</a:t>
            </a:r>
            <a:r>
              <a:rPr lang="en-US" sz="1400" dirty="0"/>
              <a:t> </a:t>
            </a:r>
            <a:r>
              <a:rPr lang="en-US" sz="1400" dirty="0" err="1"/>
              <a:t>Github</a:t>
            </a:r>
            <a:r>
              <a:rPr lang="en-US" sz="1400" dirty="0"/>
              <a:t>. </a:t>
            </a:r>
            <a:r>
              <a:rPr lang="en-US" sz="1400" dirty="0" err="1"/>
              <a:t>Kemudian</a:t>
            </a:r>
            <a:r>
              <a:rPr lang="en-US" sz="1400" dirty="0"/>
              <a:t> </a:t>
            </a:r>
            <a:r>
              <a:rPr lang="en-US" sz="1400" dirty="0" err="1"/>
              <a:t>sampai</a:t>
            </a:r>
            <a:r>
              <a:rPr lang="en-US" sz="1400" dirty="0"/>
              <a:t> </a:t>
            </a:r>
            <a:r>
              <a:rPr lang="en-US" sz="1400" dirty="0" err="1"/>
              <a:t>kebagaimana</a:t>
            </a:r>
            <a:r>
              <a:rPr lang="en-US" sz="1400" dirty="0"/>
              <a:t> </a:t>
            </a:r>
            <a:r>
              <a:rPr lang="en-US" sz="1400" dirty="0" err="1"/>
              <a:t>cara</a:t>
            </a:r>
            <a:r>
              <a:rPr lang="en-US" sz="1400" dirty="0"/>
              <a:t> </a:t>
            </a:r>
            <a:r>
              <a:rPr lang="en-US" sz="1400" dirty="0" err="1"/>
              <a:t>menggunakan</a:t>
            </a:r>
            <a:r>
              <a:rPr lang="en-US" sz="1400" dirty="0"/>
              <a:t> </a:t>
            </a:r>
            <a:r>
              <a:rPr lang="en-US" sz="1400" dirty="0" err="1"/>
              <a:t>Github</a:t>
            </a:r>
            <a:r>
              <a:rPr lang="en-US" sz="1400" dirty="0"/>
              <a:t> </a:t>
            </a:r>
            <a:r>
              <a:rPr lang="en-US" sz="1400" dirty="0" err="1"/>
              <a:t>untuk</a:t>
            </a:r>
            <a:r>
              <a:rPr lang="en-US" sz="1400" dirty="0"/>
              <a:t> </a:t>
            </a:r>
            <a:r>
              <a:rPr lang="en-US" sz="1400" dirty="0" err="1"/>
              <a:t>kebutuhan</a:t>
            </a:r>
            <a:r>
              <a:rPr lang="en-US" sz="1400" dirty="0"/>
              <a:t> </a:t>
            </a:r>
            <a:r>
              <a:rPr lang="en-US" sz="1400" dirty="0" err="1"/>
              <a:t>membackup</a:t>
            </a:r>
            <a:r>
              <a:rPr lang="en-US" sz="1400" dirty="0"/>
              <a:t> project </a:t>
            </a:r>
            <a:r>
              <a:rPr lang="en-US" sz="1400" dirty="0" err="1"/>
              <a:t>kita</a:t>
            </a:r>
            <a:r>
              <a:rPr lang="en-US" sz="1400" dirty="0"/>
              <a:t> dan juga </a:t>
            </a:r>
            <a:r>
              <a:rPr lang="en-US" sz="1400" dirty="0" err="1"/>
              <a:t>untuk</a:t>
            </a:r>
            <a:r>
              <a:rPr lang="en-US" sz="1400" dirty="0"/>
              <a:t> </a:t>
            </a:r>
            <a:r>
              <a:rPr lang="en-US" sz="1400" dirty="0" err="1"/>
              <a:t>dapat</a:t>
            </a:r>
            <a:r>
              <a:rPr lang="en-US" sz="1400" dirty="0"/>
              <a:t> </a:t>
            </a:r>
            <a:r>
              <a:rPr lang="en-US" sz="1400" dirty="0" err="1"/>
              <a:t>berkolaborasi</a:t>
            </a:r>
            <a:r>
              <a:rPr lang="en-US" sz="1400" dirty="0"/>
              <a:t> </a:t>
            </a:r>
            <a:r>
              <a:rPr lang="en-US" sz="1400" dirty="0" err="1"/>
              <a:t>dengan</a:t>
            </a:r>
            <a:r>
              <a:rPr lang="en-US" sz="1400" dirty="0"/>
              <a:t> orang lain.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96d69dbd8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96d69dbd83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SzPts val="1100"/>
              <a:buNone/>
            </a:pPr>
            <a:r>
              <a:rPr lang="en-US" sz="1400" dirty="0"/>
              <a:t>Ok </a:t>
            </a:r>
            <a:r>
              <a:rPr lang="en-US" sz="1400" dirty="0" err="1"/>
              <a:t>jadi</a:t>
            </a:r>
            <a:r>
              <a:rPr lang="en-US" sz="1400" dirty="0"/>
              <a:t> </a:t>
            </a:r>
            <a:r>
              <a:rPr lang="en-US" sz="1400" dirty="0" err="1"/>
              <a:t>selama</a:t>
            </a:r>
            <a:r>
              <a:rPr lang="en-US" sz="1400" dirty="0"/>
              <a:t> </a:t>
            </a:r>
            <a:r>
              <a:rPr lang="en-US" sz="1400" dirty="0" err="1"/>
              <a:t>ini</a:t>
            </a:r>
            <a:r>
              <a:rPr lang="en-US" sz="1400" dirty="0"/>
              <a:t>, </a:t>
            </a:r>
            <a:r>
              <a:rPr lang="en-US" sz="1400" dirty="0" err="1"/>
              <a:t>kita</a:t>
            </a:r>
            <a:r>
              <a:rPr lang="en-US" sz="1400" dirty="0"/>
              <a:t> </a:t>
            </a:r>
            <a:r>
              <a:rPr lang="en-US" sz="1400" dirty="0" err="1"/>
              <a:t>hanya</a:t>
            </a:r>
            <a:r>
              <a:rPr lang="en-US" sz="1400" dirty="0"/>
              <a:t> </a:t>
            </a:r>
            <a:r>
              <a:rPr lang="en-US" sz="1400" dirty="0" err="1"/>
              <a:t>menggunakan</a:t>
            </a:r>
            <a:r>
              <a:rPr lang="en-US" sz="1400" dirty="0"/>
              <a:t> git </a:t>
            </a:r>
            <a:r>
              <a:rPr lang="en-US" sz="1400" dirty="0" err="1"/>
              <a:t>untuk</a:t>
            </a:r>
            <a:r>
              <a:rPr lang="en-US" sz="1400" dirty="0"/>
              <a:t> </a:t>
            </a:r>
            <a:r>
              <a:rPr lang="en-US" sz="1400" dirty="0" err="1"/>
              <a:t>menyimpan</a:t>
            </a:r>
            <a:r>
              <a:rPr lang="en-US" sz="1400" dirty="0"/>
              <a:t> </a:t>
            </a:r>
            <a:r>
              <a:rPr lang="en-US" sz="1400" dirty="0" err="1"/>
              <a:t>hasil</a:t>
            </a:r>
            <a:r>
              <a:rPr lang="en-US" sz="1400" dirty="0"/>
              <a:t> commit yang </a:t>
            </a:r>
            <a:r>
              <a:rPr lang="en-US" sz="1400" dirty="0" err="1"/>
              <a:t>kita</a:t>
            </a:r>
            <a:r>
              <a:rPr lang="en-US" sz="1400" dirty="0"/>
              <a:t> </a:t>
            </a:r>
            <a:r>
              <a:rPr lang="en-US" sz="1400" dirty="0" err="1"/>
              <a:t>buat</a:t>
            </a:r>
            <a:r>
              <a:rPr lang="en-US" sz="1400" dirty="0"/>
              <a:t> pada localhost </a:t>
            </a:r>
            <a:r>
              <a:rPr lang="en-US" sz="1400" dirty="0" err="1"/>
              <a:t>saja</a:t>
            </a:r>
            <a:r>
              <a:rPr lang="en-US" sz="1400" dirty="0"/>
              <a:t>, yang </a:t>
            </a:r>
            <a:r>
              <a:rPr lang="en-US" sz="1400" dirty="0" err="1"/>
              <a:t>artinya</a:t>
            </a:r>
            <a:r>
              <a:rPr lang="en-US" sz="1400" dirty="0"/>
              <a:t> </a:t>
            </a:r>
            <a:r>
              <a:rPr lang="en-US" sz="1400" dirty="0" err="1"/>
              <a:t>adalah</a:t>
            </a:r>
            <a:r>
              <a:rPr lang="en-US" sz="1400" dirty="0"/>
              <a:t> git repository yang </a:t>
            </a:r>
            <a:r>
              <a:rPr lang="en-US" sz="1400" dirty="0" err="1"/>
              <a:t>kita</a:t>
            </a:r>
            <a:r>
              <a:rPr lang="en-US" sz="1400" dirty="0"/>
              <a:t> </a:t>
            </a:r>
            <a:r>
              <a:rPr lang="en-US" sz="1400" dirty="0" err="1"/>
              <a:t>buat</a:t>
            </a:r>
            <a:r>
              <a:rPr lang="en-US" sz="1400" dirty="0"/>
              <a:t>, </a:t>
            </a:r>
            <a:r>
              <a:rPr lang="en-US" sz="1400" dirty="0" err="1"/>
              <a:t>hanya</a:t>
            </a:r>
            <a:r>
              <a:rPr lang="en-US" sz="1400" dirty="0"/>
              <a:t> </a:t>
            </a:r>
            <a:r>
              <a:rPr lang="en-US" sz="1400" dirty="0" err="1"/>
              <a:t>terdapat</a:t>
            </a:r>
            <a:r>
              <a:rPr lang="en-US" sz="1400" dirty="0"/>
              <a:t> pada </a:t>
            </a:r>
            <a:r>
              <a:rPr lang="en-US" sz="1400" dirty="0" err="1"/>
              <a:t>komputer</a:t>
            </a:r>
            <a:r>
              <a:rPr lang="en-US" sz="1400" dirty="0"/>
              <a:t> yang </a:t>
            </a:r>
            <a:r>
              <a:rPr lang="en-US" sz="1400" dirty="0" err="1"/>
              <a:t>kita</a:t>
            </a:r>
            <a:r>
              <a:rPr lang="en-US" sz="1400" dirty="0"/>
              <a:t> </a:t>
            </a:r>
            <a:r>
              <a:rPr lang="en-US" sz="1400" dirty="0" err="1"/>
              <a:t>gunakan</a:t>
            </a:r>
            <a:r>
              <a:rPr lang="en-US" sz="1400" dirty="0"/>
              <a:t>. </a:t>
            </a:r>
          </a:p>
          <a:p>
            <a:pPr marL="0" lvl="0" indent="0" algn="just" rtl="0">
              <a:lnSpc>
                <a:spcPct val="150000"/>
              </a:lnSpc>
              <a:spcBef>
                <a:spcPts val="0"/>
              </a:spcBef>
              <a:spcAft>
                <a:spcPts val="0"/>
              </a:spcAft>
              <a:buSzPts val="1100"/>
              <a:buNone/>
            </a:pPr>
            <a:endParaRPr lang="en-US" sz="1400" dirty="0"/>
          </a:p>
          <a:p>
            <a:pPr marL="0" lvl="0" indent="0" algn="just" rtl="0">
              <a:lnSpc>
                <a:spcPct val="150000"/>
              </a:lnSpc>
              <a:spcBef>
                <a:spcPts val="0"/>
              </a:spcBef>
              <a:spcAft>
                <a:spcPts val="0"/>
              </a:spcAft>
              <a:buSzPts val="1100"/>
              <a:buNone/>
            </a:pPr>
            <a:r>
              <a:rPr lang="en-US" sz="1400" dirty="0"/>
              <a:t>Jika </a:t>
            </a:r>
            <a:r>
              <a:rPr lang="en-US" sz="1400" dirty="0" err="1"/>
              <a:t>kita</a:t>
            </a:r>
            <a:r>
              <a:rPr lang="en-US" sz="1400" dirty="0"/>
              <a:t> </a:t>
            </a:r>
            <a:r>
              <a:rPr lang="en-US" sz="1400" dirty="0" err="1"/>
              <a:t>ingin</a:t>
            </a:r>
            <a:r>
              <a:rPr lang="en-US" sz="1400" dirty="0"/>
              <a:t> </a:t>
            </a:r>
            <a:r>
              <a:rPr lang="en-US" sz="1400" dirty="0" err="1"/>
              <a:t>mengerjakannya</a:t>
            </a:r>
            <a:r>
              <a:rPr lang="en-US" sz="1400" dirty="0"/>
              <a:t> pada </a:t>
            </a:r>
            <a:r>
              <a:rPr lang="en-US" sz="1400" dirty="0" err="1"/>
              <a:t>komputer</a:t>
            </a:r>
            <a:r>
              <a:rPr lang="en-US" sz="1400" dirty="0"/>
              <a:t> lain, </a:t>
            </a:r>
            <a:r>
              <a:rPr lang="en-US" sz="1400" dirty="0" err="1"/>
              <a:t>kita</a:t>
            </a:r>
            <a:r>
              <a:rPr lang="en-US" sz="1400" dirty="0"/>
              <a:t> </a:t>
            </a:r>
            <a:r>
              <a:rPr lang="en-US" sz="1400" dirty="0" err="1"/>
              <a:t>perlu</a:t>
            </a:r>
            <a:r>
              <a:rPr lang="en-US" sz="1400" dirty="0"/>
              <a:t> </a:t>
            </a:r>
            <a:r>
              <a:rPr lang="en-US" sz="1400" dirty="0" err="1"/>
              <a:t>mengcopy</a:t>
            </a:r>
            <a:r>
              <a:rPr lang="en-US" sz="1400" dirty="0"/>
              <a:t> folder </a:t>
            </a:r>
            <a:r>
              <a:rPr lang="en-US" sz="1400" dirty="0" err="1"/>
              <a:t>projectnya</a:t>
            </a:r>
            <a:r>
              <a:rPr lang="en-US" sz="1400" dirty="0"/>
              <a:t> </a:t>
            </a:r>
            <a:r>
              <a:rPr lang="en-US" sz="1400" dirty="0" err="1"/>
              <a:t>dari</a:t>
            </a:r>
            <a:r>
              <a:rPr lang="en-US" sz="1400" dirty="0"/>
              <a:t> </a:t>
            </a:r>
            <a:r>
              <a:rPr lang="en-US" sz="1400" dirty="0" err="1"/>
              <a:t>komputer</a:t>
            </a:r>
            <a:r>
              <a:rPr lang="en-US" sz="1400" dirty="0"/>
              <a:t> </a:t>
            </a:r>
            <a:r>
              <a:rPr lang="en-US" sz="1400" dirty="0" err="1"/>
              <a:t>tempat</a:t>
            </a:r>
            <a:r>
              <a:rPr lang="en-US" sz="1400" dirty="0"/>
              <a:t> </a:t>
            </a:r>
            <a:r>
              <a:rPr lang="en-US" sz="1400" dirty="0" err="1"/>
              <a:t>biasa</a:t>
            </a:r>
            <a:r>
              <a:rPr lang="en-US" sz="1400" dirty="0"/>
              <a:t> </a:t>
            </a:r>
            <a:r>
              <a:rPr lang="en-US" sz="1400" dirty="0" err="1"/>
              <a:t>kita</a:t>
            </a:r>
            <a:r>
              <a:rPr lang="en-US" sz="1400" dirty="0"/>
              <a:t> </a:t>
            </a:r>
            <a:r>
              <a:rPr lang="en-US" sz="1400" dirty="0" err="1"/>
              <a:t>bekerja</a:t>
            </a:r>
            <a:r>
              <a:rPr lang="en-US" sz="1400" dirty="0"/>
              <a:t> </a:t>
            </a:r>
            <a:r>
              <a:rPr lang="en-US" sz="1400" dirty="0" err="1"/>
              <a:t>ke</a:t>
            </a:r>
            <a:r>
              <a:rPr lang="en-US" sz="1400" dirty="0"/>
              <a:t> </a:t>
            </a:r>
            <a:r>
              <a:rPr lang="en-US" sz="1400" dirty="0" err="1"/>
              <a:t>komputer</a:t>
            </a:r>
            <a:r>
              <a:rPr lang="en-US" sz="1400" dirty="0"/>
              <a:t> yang lain </a:t>
            </a:r>
            <a:r>
              <a:rPr lang="en-US" sz="1400" dirty="0" err="1"/>
              <a:t>tersebut</a:t>
            </a:r>
            <a:r>
              <a:rPr lang="en-US" sz="1400" dirty="0"/>
              <a:t>. </a:t>
            </a:r>
          </a:p>
          <a:p>
            <a:pPr marL="0" lvl="0" indent="0" algn="just" rtl="0">
              <a:lnSpc>
                <a:spcPct val="150000"/>
              </a:lnSpc>
              <a:spcBef>
                <a:spcPts val="0"/>
              </a:spcBef>
              <a:spcAft>
                <a:spcPts val="0"/>
              </a:spcAft>
              <a:buSzPts val="1100"/>
              <a:buNone/>
            </a:pPr>
            <a:endParaRPr lang="en-US" sz="1400" dirty="0"/>
          </a:p>
          <a:p>
            <a:pPr marL="0" lvl="0" indent="0" algn="just" rtl="0">
              <a:lnSpc>
                <a:spcPct val="150000"/>
              </a:lnSpc>
              <a:spcBef>
                <a:spcPts val="0"/>
              </a:spcBef>
              <a:spcAft>
                <a:spcPts val="0"/>
              </a:spcAft>
              <a:buSzPts val="1100"/>
              <a:buNone/>
            </a:pPr>
            <a:r>
              <a:rPr lang="en-US" sz="1400" dirty="0" err="1"/>
              <a:t>Kemudian</a:t>
            </a:r>
            <a:r>
              <a:rPr lang="en-US" sz="1400" dirty="0"/>
              <a:t> </a:t>
            </a:r>
            <a:r>
              <a:rPr lang="en-US" sz="1400" dirty="0" err="1"/>
              <a:t>kalau</a:t>
            </a:r>
            <a:r>
              <a:rPr lang="en-US" sz="1400" dirty="0"/>
              <a:t> </a:t>
            </a:r>
            <a:r>
              <a:rPr lang="en-US" sz="1400" dirty="0" err="1"/>
              <a:t>kita</a:t>
            </a:r>
            <a:r>
              <a:rPr lang="en-US" sz="1400" dirty="0"/>
              <a:t> </a:t>
            </a:r>
            <a:r>
              <a:rPr lang="en-US" sz="1400" dirty="0" err="1"/>
              <a:t>menggunakan</a:t>
            </a:r>
            <a:r>
              <a:rPr lang="en-US" sz="1400" dirty="0"/>
              <a:t> </a:t>
            </a:r>
            <a:r>
              <a:rPr lang="en-US" sz="1400" dirty="0" err="1"/>
              <a:t>cara</a:t>
            </a:r>
            <a:r>
              <a:rPr lang="en-US" sz="1400" dirty="0"/>
              <a:t> copy paste </a:t>
            </a:r>
            <a:r>
              <a:rPr lang="en-US" sz="1400" dirty="0" err="1"/>
              <a:t>menggunakan</a:t>
            </a:r>
            <a:r>
              <a:rPr lang="en-US" sz="1400" dirty="0"/>
              <a:t> </a:t>
            </a:r>
            <a:r>
              <a:rPr lang="en-US" sz="1400" dirty="0" err="1"/>
              <a:t>usb</a:t>
            </a:r>
            <a:r>
              <a:rPr lang="en-US" sz="1400" dirty="0"/>
              <a:t> </a:t>
            </a:r>
            <a:r>
              <a:rPr lang="en-US" sz="1400" dirty="0" err="1"/>
              <a:t>atau</a:t>
            </a:r>
            <a:r>
              <a:rPr lang="en-US" sz="1400" dirty="0"/>
              <a:t> </a:t>
            </a:r>
            <a:r>
              <a:rPr lang="en-US" sz="1400" dirty="0" err="1"/>
              <a:t>harddisk</a:t>
            </a:r>
            <a:r>
              <a:rPr lang="en-US" sz="1400" dirty="0"/>
              <a:t> external, </a:t>
            </a:r>
            <a:r>
              <a:rPr lang="en-US" sz="1400" dirty="0" err="1"/>
              <a:t>tentu</a:t>
            </a:r>
            <a:r>
              <a:rPr lang="en-US" sz="1400" dirty="0"/>
              <a:t> </a:t>
            </a:r>
            <a:r>
              <a:rPr lang="en-US" sz="1400" dirty="0" err="1"/>
              <a:t>cara</a:t>
            </a:r>
            <a:r>
              <a:rPr lang="en-US" sz="1400" dirty="0"/>
              <a:t> </a:t>
            </a:r>
            <a:r>
              <a:rPr lang="en-US" sz="1400" dirty="0" err="1"/>
              <a:t>ini</a:t>
            </a:r>
            <a:r>
              <a:rPr lang="en-US" sz="1400" dirty="0"/>
              <a:t> </a:t>
            </a:r>
            <a:r>
              <a:rPr lang="en-US" sz="1400" dirty="0" err="1"/>
              <a:t>bukanlah</a:t>
            </a:r>
            <a:r>
              <a:rPr lang="en-US" sz="1400" dirty="0"/>
              <a:t> </a:t>
            </a:r>
            <a:r>
              <a:rPr lang="en-US" sz="1400" dirty="0" err="1"/>
              <a:t>cara</a:t>
            </a:r>
            <a:r>
              <a:rPr lang="en-US" sz="1400" dirty="0"/>
              <a:t> yang </a:t>
            </a:r>
            <a:r>
              <a:rPr lang="en-US" sz="1400" dirty="0" err="1"/>
              <a:t>praktis</a:t>
            </a:r>
            <a:r>
              <a:rPr lang="en-US" sz="1400" dirty="0"/>
              <a:t> dan </a:t>
            </a:r>
            <a:r>
              <a:rPr lang="en-US" sz="1400" dirty="0" err="1"/>
              <a:t>efisien</a:t>
            </a:r>
            <a:r>
              <a:rPr lang="en-US" sz="1400" dirty="0"/>
              <a:t>.</a:t>
            </a:r>
          </a:p>
          <a:p>
            <a:pPr marL="0" lvl="0" indent="0" algn="just" rtl="0">
              <a:lnSpc>
                <a:spcPct val="150000"/>
              </a:lnSpc>
              <a:spcBef>
                <a:spcPts val="0"/>
              </a:spcBef>
              <a:spcAft>
                <a:spcPts val="0"/>
              </a:spcAft>
              <a:buSzPts val="1100"/>
              <a:buNone/>
            </a:pPr>
            <a:r>
              <a:rPr lang="en-US" sz="1400" dirty="0"/>
              <a:t> </a:t>
            </a:r>
          </a:p>
          <a:p>
            <a:pPr marL="0" lvl="0" indent="0" algn="just" rtl="0">
              <a:lnSpc>
                <a:spcPct val="150000"/>
              </a:lnSpc>
              <a:spcBef>
                <a:spcPts val="0"/>
              </a:spcBef>
              <a:spcAft>
                <a:spcPts val="0"/>
              </a:spcAft>
              <a:buSzPts val="1100"/>
              <a:buNone/>
            </a:pPr>
            <a:endParaRPr lang="en-US" sz="1400" dirty="0"/>
          </a:p>
          <a:p>
            <a:pPr marL="0" lvl="0" indent="0" algn="just" rtl="0">
              <a:lnSpc>
                <a:spcPct val="150000"/>
              </a:lnSpc>
              <a:spcBef>
                <a:spcPts val="0"/>
              </a:spcBef>
              <a:spcAft>
                <a:spcPts val="0"/>
              </a:spcAft>
              <a:buSzPts val="1100"/>
              <a:buNone/>
            </a:pPr>
            <a:endParaRPr lang="en-US" sz="1400" dirty="0"/>
          </a:p>
          <a:p>
            <a:pPr marL="0" lvl="0" indent="0" algn="just" rtl="0">
              <a:lnSpc>
                <a:spcPct val="150000"/>
              </a:lnSpc>
              <a:spcBef>
                <a:spcPts val="0"/>
              </a:spcBef>
              <a:spcAft>
                <a:spcPts val="0"/>
              </a:spcAft>
              <a:buSzPts val="1100"/>
              <a:buNone/>
            </a:pPr>
            <a:endParaRPr lang="en-ID" sz="1600" dirty="0"/>
          </a:p>
          <a:p>
            <a:pPr marL="0" lvl="0" indent="0" algn="just" rtl="0">
              <a:lnSpc>
                <a:spcPct val="150000"/>
              </a:lnSpc>
              <a:spcBef>
                <a:spcPts val="0"/>
              </a:spcBef>
              <a:spcAft>
                <a:spcPts val="0"/>
              </a:spcAft>
              <a:buSzPts val="1100"/>
              <a:buNone/>
            </a:pPr>
            <a:endParaRPr sz="14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96d69dbd8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96d69dbd83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SzPts val="1100"/>
              <a:buNone/>
            </a:pPr>
            <a:r>
              <a:rPr lang="en-US" sz="1400" dirty="0"/>
              <a:t> Lalu </a:t>
            </a:r>
            <a:r>
              <a:rPr lang="en-US" sz="1400" dirty="0" err="1"/>
              <a:t>apa</a:t>
            </a:r>
            <a:r>
              <a:rPr lang="en-US" sz="1400" dirty="0"/>
              <a:t> yang </a:t>
            </a:r>
            <a:r>
              <a:rPr lang="en-US" sz="1400" dirty="0" err="1"/>
              <a:t>terjadi</a:t>
            </a:r>
            <a:r>
              <a:rPr lang="en-US" sz="1400" dirty="0"/>
              <a:t> </a:t>
            </a:r>
            <a:r>
              <a:rPr lang="en-US" sz="1400" dirty="0" err="1"/>
              <a:t>jika</a:t>
            </a:r>
            <a:r>
              <a:rPr lang="en-US" sz="1400" dirty="0"/>
              <a:t> </a:t>
            </a:r>
            <a:r>
              <a:rPr lang="en-US" sz="1400" dirty="0" err="1"/>
              <a:t>harddisk</a:t>
            </a:r>
            <a:r>
              <a:rPr lang="en-US" sz="1400" dirty="0"/>
              <a:t> pada </a:t>
            </a:r>
            <a:r>
              <a:rPr lang="en-US" sz="1400" dirty="0" err="1"/>
              <a:t>komputer</a:t>
            </a:r>
            <a:r>
              <a:rPr lang="en-US" sz="1400" dirty="0"/>
              <a:t> </a:t>
            </a:r>
            <a:r>
              <a:rPr lang="en-US" sz="1400" dirty="0" err="1"/>
              <a:t>kita</a:t>
            </a:r>
            <a:r>
              <a:rPr lang="en-US" sz="1400" dirty="0"/>
              <a:t> </a:t>
            </a:r>
            <a:r>
              <a:rPr lang="en-US" sz="1400" dirty="0" err="1"/>
              <a:t>rusak</a:t>
            </a:r>
            <a:r>
              <a:rPr lang="en-US" sz="1400" dirty="0"/>
              <a:t> dan </a:t>
            </a:r>
            <a:r>
              <a:rPr lang="en-US" sz="1400" dirty="0" err="1"/>
              <a:t>tidak</a:t>
            </a:r>
            <a:r>
              <a:rPr lang="en-US" sz="1400" dirty="0"/>
              <a:t> </a:t>
            </a:r>
            <a:r>
              <a:rPr lang="en-US" sz="1400" dirty="0" err="1"/>
              <a:t>dapat</a:t>
            </a:r>
            <a:r>
              <a:rPr lang="en-US" sz="1400" dirty="0"/>
              <a:t> </a:t>
            </a:r>
            <a:r>
              <a:rPr lang="en-US" sz="1400" dirty="0" err="1"/>
              <a:t>diperbaiki</a:t>
            </a:r>
            <a:r>
              <a:rPr lang="en-US" sz="1400" dirty="0"/>
              <a:t>? </a:t>
            </a:r>
            <a:r>
              <a:rPr lang="en-US" sz="1400" dirty="0" err="1"/>
              <a:t>Atau</a:t>
            </a:r>
            <a:r>
              <a:rPr lang="en-US" sz="1400" dirty="0"/>
              <a:t> juga </a:t>
            </a:r>
            <a:r>
              <a:rPr lang="en-US" sz="1400" dirty="0" err="1"/>
              <a:t>kalau</a:t>
            </a:r>
            <a:r>
              <a:rPr lang="en-US" sz="1400" dirty="0"/>
              <a:t> </a:t>
            </a:r>
            <a:r>
              <a:rPr lang="en-US" sz="1400" dirty="0" err="1"/>
              <a:t>komputer</a:t>
            </a:r>
            <a:r>
              <a:rPr lang="en-US" sz="1400" dirty="0"/>
              <a:t> </a:t>
            </a:r>
            <a:r>
              <a:rPr lang="en-US" sz="1400" dirty="0" err="1"/>
              <a:t>kita</a:t>
            </a:r>
            <a:r>
              <a:rPr lang="en-US" sz="1400" dirty="0"/>
              <a:t> </a:t>
            </a:r>
            <a:r>
              <a:rPr lang="en-US" sz="1400" dirty="0" err="1"/>
              <a:t>hilang</a:t>
            </a:r>
            <a:r>
              <a:rPr lang="en-US" sz="1400" dirty="0"/>
              <a:t>? </a:t>
            </a:r>
            <a:r>
              <a:rPr lang="en-US" sz="1400" dirty="0" err="1"/>
              <a:t>Tentu</a:t>
            </a:r>
            <a:r>
              <a:rPr lang="en-US" sz="1400" dirty="0"/>
              <a:t> </a:t>
            </a:r>
            <a:r>
              <a:rPr lang="en-US" sz="1400" dirty="0" err="1"/>
              <a:t>bila</a:t>
            </a:r>
            <a:r>
              <a:rPr lang="en-US" sz="1400" dirty="0"/>
              <a:t> </a:t>
            </a:r>
            <a:r>
              <a:rPr lang="en-US" sz="1400" dirty="0" err="1"/>
              <a:t>ini</a:t>
            </a:r>
            <a:r>
              <a:rPr lang="en-US" sz="1400" dirty="0"/>
              <a:t> </a:t>
            </a:r>
            <a:r>
              <a:rPr lang="en-US" sz="1400" dirty="0" err="1"/>
              <a:t>terjadi</a:t>
            </a:r>
            <a:r>
              <a:rPr lang="en-US" sz="1400" dirty="0"/>
              <a:t>, </a:t>
            </a:r>
            <a:r>
              <a:rPr lang="en-US" sz="1400" dirty="0" err="1"/>
              <a:t>semua</a:t>
            </a:r>
            <a:r>
              <a:rPr lang="en-US" sz="1400" dirty="0"/>
              <a:t> project yang </a:t>
            </a:r>
            <a:r>
              <a:rPr lang="en-US" sz="1400" dirty="0" err="1"/>
              <a:t>sedang</a:t>
            </a:r>
            <a:r>
              <a:rPr lang="en-US" sz="1400" dirty="0"/>
              <a:t> </a:t>
            </a:r>
            <a:r>
              <a:rPr lang="en-US" sz="1400" dirty="0" err="1"/>
              <a:t>kita</a:t>
            </a:r>
            <a:r>
              <a:rPr lang="en-US" sz="1400" dirty="0"/>
              <a:t> </a:t>
            </a:r>
            <a:r>
              <a:rPr lang="en-US" sz="1400" dirty="0" err="1"/>
              <a:t>kerjakan</a:t>
            </a:r>
            <a:r>
              <a:rPr lang="en-US" sz="1400" dirty="0"/>
              <a:t> </a:t>
            </a:r>
            <a:r>
              <a:rPr lang="en-US" sz="1400" dirty="0" err="1"/>
              <a:t>beserta</a:t>
            </a:r>
            <a:r>
              <a:rPr lang="en-US" sz="1400" dirty="0"/>
              <a:t> </a:t>
            </a:r>
            <a:r>
              <a:rPr lang="en-US" sz="1400" dirty="0" err="1"/>
              <a:t>dengan</a:t>
            </a:r>
            <a:r>
              <a:rPr lang="en-US" sz="1400" dirty="0"/>
              <a:t> history </a:t>
            </a:r>
            <a:r>
              <a:rPr lang="en-US" sz="1400" dirty="0" err="1"/>
              <a:t>commitnya</a:t>
            </a:r>
            <a:r>
              <a:rPr lang="en-US" sz="1400" dirty="0"/>
              <a:t> yang </a:t>
            </a:r>
            <a:r>
              <a:rPr lang="en-US" sz="1400" dirty="0" err="1"/>
              <a:t>tersimpan</a:t>
            </a:r>
            <a:r>
              <a:rPr lang="en-US" sz="1400" dirty="0"/>
              <a:t> pada </a:t>
            </a:r>
            <a:r>
              <a:rPr lang="en-US" sz="1400" dirty="0" err="1"/>
              <a:t>komputer</a:t>
            </a:r>
            <a:r>
              <a:rPr lang="en-US" sz="1400" dirty="0"/>
              <a:t> </a:t>
            </a:r>
            <a:r>
              <a:rPr lang="en-US" sz="1400" dirty="0" err="1"/>
              <a:t>tersebut</a:t>
            </a:r>
            <a:r>
              <a:rPr lang="en-US" sz="1400" dirty="0"/>
              <a:t> </a:t>
            </a:r>
            <a:r>
              <a:rPr lang="en-US" sz="1400" dirty="0" err="1"/>
              <a:t>akan</a:t>
            </a:r>
            <a:r>
              <a:rPr lang="en-US" sz="1400" dirty="0"/>
              <a:t> </a:t>
            </a:r>
            <a:r>
              <a:rPr lang="en-US" sz="1400" dirty="0" err="1"/>
              <a:t>hilang</a:t>
            </a:r>
            <a:r>
              <a:rPr lang="en-US" sz="1400" dirty="0"/>
              <a:t> juga.</a:t>
            </a:r>
          </a:p>
          <a:p>
            <a:pPr marL="0" lvl="0" indent="0" algn="just" rtl="0">
              <a:lnSpc>
                <a:spcPct val="150000"/>
              </a:lnSpc>
              <a:spcBef>
                <a:spcPts val="0"/>
              </a:spcBef>
              <a:spcAft>
                <a:spcPts val="0"/>
              </a:spcAft>
              <a:buSzPts val="1100"/>
              <a:buNone/>
            </a:pPr>
            <a:endParaRPr lang="en-US" sz="1400" dirty="0"/>
          </a:p>
          <a:p>
            <a:pPr marL="0" lvl="0" indent="0" algn="just" rtl="0">
              <a:lnSpc>
                <a:spcPct val="150000"/>
              </a:lnSpc>
              <a:spcBef>
                <a:spcPts val="0"/>
              </a:spcBef>
              <a:spcAft>
                <a:spcPts val="0"/>
              </a:spcAft>
              <a:buSzPts val="1100"/>
              <a:buNone/>
            </a:pPr>
            <a:endParaRPr lang="en-US" sz="1400" dirty="0"/>
          </a:p>
          <a:p>
            <a:pPr marL="0" lvl="0" indent="0" algn="just" rtl="0">
              <a:lnSpc>
                <a:spcPct val="150000"/>
              </a:lnSpc>
              <a:spcBef>
                <a:spcPts val="0"/>
              </a:spcBef>
              <a:spcAft>
                <a:spcPts val="0"/>
              </a:spcAft>
              <a:buSzPts val="1100"/>
              <a:buNone/>
            </a:pPr>
            <a:endParaRPr lang="en-US" sz="1400" dirty="0"/>
          </a:p>
          <a:p>
            <a:pPr marL="0" lvl="0" indent="0" algn="just" rtl="0">
              <a:lnSpc>
                <a:spcPct val="150000"/>
              </a:lnSpc>
              <a:spcBef>
                <a:spcPts val="0"/>
              </a:spcBef>
              <a:spcAft>
                <a:spcPts val="0"/>
              </a:spcAft>
              <a:buSzPts val="1100"/>
              <a:buNone/>
            </a:pPr>
            <a:endParaRPr lang="en-ID" sz="1600" dirty="0"/>
          </a:p>
          <a:p>
            <a:pPr marL="0" lvl="0" indent="0" algn="just" rtl="0">
              <a:lnSpc>
                <a:spcPct val="150000"/>
              </a:lnSpc>
              <a:spcBef>
                <a:spcPts val="0"/>
              </a:spcBef>
              <a:spcAft>
                <a:spcPts val="0"/>
              </a:spcAft>
              <a:buSzPts val="1100"/>
              <a:buNone/>
            </a:pPr>
            <a:endParaRPr sz="1400" dirty="0"/>
          </a:p>
        </p:txBody>
      </p:sp>
    </p:spTree>
    <p:extLst>
      <p:ext uri="{BB962C8B-B14F-4D97-AF65-F5344CB8AC3E}">
        <p14:creationId xmlns:p14="http://schemas.microsoft.com/office/powerpoint/2010/main" val="4275679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lvl="0" indent="0" algn="just" rtl="0">
              <a:lnSpc>
                <a:spcPct val="150000"/>
              </a:lnSpc>
              <a:spcBef>
                <a:spcPts val="0"/>
              </a:spcBef>
              <a:spcAft>
                <a:spcPts val="0"/>
              </a:spcAft>
              <a:buClr>
                <a:schemeClr val="dk1"/>
              </a:buClr>
              <a:buSzPts val="1100"/>
              <a:buFont typeface="Arial"/>
              <a:buNone/>
            </a:pPr>
            <a:r>
              <a:rPr lang="en-US" sz="1100" dirty="0"/>
              <a:t>Oleh </a:t>
            </a:r>
            <a:r>
              <a:rPr lang="en-US" sz="1100" dirty="0" err="1"/>
              <a:t>karena</a:t>
            </a:r>
            <a:r>
              <a:rPr lang="en-US" sz="1100" dirty="0"/>
              <a:t> </a:t>
            </a:r>
            <a:r>
              <a:rPr lang="en-US" sz="1100" dirty="0" err="1"/>
              <a:t>itu</a:t>
            </a:r>
            <a:r>
              <a:rPr lang="en-US" sz="1100" dirty="0"/>
              <a:t> </a:t>
            </a:r>
            <a:r>
              <a:rPr lang="en-US" sz="1100" dirty="0" err="1"/>
              <a:t>solusinya</a:t>
            </a:r>
            <a:r>
              <a:rPr lang="en-US" sz="1100" dirty="0"/>
              <a:t>, </a:t>
            </a:r>
            <a:r>
              <a:rPr lang="en-US" sz="1100" dirty="0" err="1"/>
              <a:t>adalah</a:t>
            </a:r>
            <a:r>
              <a:rPr lang="en-US" sz="1100" dirty="0"/>
              <a:t> </a:t>
            </a:r>
            <a:r>
              <a:rPr lang="en-US" sz="1100" dirty="0" err="1"/>
              <a:t>kita</a:t>
            </a:r>
            <a:r>
              <a:rPr lang="en-US" sz="1100" dirty="0"/>
              <a:t> </a:t>
            </a:r>
            <a:r>
              <a:rPr lang="en-US" sz="1100" dirty="0" err="1"/>
              <a:t>dapat</a:t>
            </a:r>
            <a:r>
              <a:rPr lang="en-US" sz="1100" dirty="0"/>
              <a:t> </a:t>
            </a:r>
            <a:r>
              <a:rPr lang="en-US" sz="1100" dirty="0" err="1"/>
              <a:t>membackup</a:t>
            </a:r>
            <a:r>
              <a:rPr lang="en-US" sz="1100" dirty="0"/>
              <a:t> </a:t>
            </a:r>
            <a:r>
              <a:rPr lang="en-US" sz="1100" dirty="0" err="1"/>
              <a:t>atau</a:t>
            </a:r>
            <a:r>
              <a:rPr lang="en-US" sz="1100" dirty="0"/>
              <a:t> </a:t>
            </a:r>
            <a:r>
              <a:rPr lang="en-US" sz="1100" dirty="0" err="1"/>
              <a:t>menyimpan</a:t>
            </a:r>
            <a:r>
              <a:rPr lang="en-US" sz="1100" dirty="0"/>
              <a:t> project </a:t>
            </a:r>
            <a:r>
              <a:rPr lang="en-US" sz="1100" dirty="0" err="1"/>
              <a:t>kita</a:t>
            </a:r>
            <a:r>
              <a:rPr lang="en-US" sz="1100" dirty="0"/>
              <a:t> di cloud </a:t>
            </a:r>
            <a:r>
              <a:rPr lang="en-US" sz="1100" dirty="0" err="1"/>
              <a:t>atau</a:t>
            </a:r>
            <a:r>
              <a:rPr lang="en-US" sz="1100" dirty="0"/>
              <a:t> </a:t>
            </a:r>
            <a:r>
              <a:rPr lang="en-US" sz="1100" dirty="0" err="1"/>
              <a:t>simplenya</a:t>
            </a:r>
            <a:r>
              <a:rPr lang="en-US" sz="1100" dirty="0"/>
              <a:t> </a:t>
            </a:r>
            <a:r>
              <a:rPr lang="en-US" sz="1100" dirty="0" err="1"/>
              <a:t>dikomputer</a:t>
            </a:r>
            <a:r>
              <a:rPr lang="en-US" sz="1100" dirty="0"/>
              <a:t> yang </a:t>
            </a:r>
            <a:r>
              <a:rPr lang="en-US" sz="1100" dirty="0" err="1"/>
              <a:t>terhubung</a:t>
            </a:r>
            <a:r>
              <a:rPr lang="en-US" sz="1100" dirty="0"/>
              <a:t> </a:t>
            </a:r>
            <a:r>
              <a:rPr lang="en-US" sz="1100" dirty="0" err="1"/>
              <a:t>dengan</a:t>
            </a:r>
            <a:r>
              <a:rPr lang="en-US" sz="1100" dirty="0"/>
              <a:t> internet dan </a:t>
            </a:r>
            <a:r>
              <a:rPr lang="en-US" sz="1100" dirty="0" err="1"/>
              <a:t>dimiliki</a:t>
            </a:r>
            <a:r>
              <a:rPr lang="en-US" sz="1100" dirty="0"/>
              <a:t> oleh provider yang </a:t>
            </a:r>
            <a:r>
              <a:rPr lang="en-US" sz="1100" dirty="0" err="1"/>
              <a:t>terpercaya</a:t>
            </a:r>
            <a:r>
              <a:rPr lang="en-US" sz="1100" dirty="0"/>
              <a:t>. </a:t>
            </a:r>
          </a:p>
          <a:p>
            <a:pPr marL="0" lvl="0" indent="0" algn="just" rtl="0">
              <a:lnSpc>
                <a:spcPct val="150000"/>
              </a:lnSpc>
              <a:spcBef>
                <a:spcPts val="0"/>
              </a:spcBef>
              <a:spcAft>
                <a:spcPts val="0"/>
              </a:spcAft>
              <a:buClr>
                <a:schemeClr val="dk1"/>
              </a:buClr>
              <a:buSzPts val="1100"/>
              <a:buFont typeface="Arial"/>
              <a:buNone/>
            </a:pPr>
            <a:endParaRPr lang="en-US" sz="1100" dirty="0"/>
          </a:p>
          <a:p>
            <a:pPr marL="0" lvl="0" indent="0" algn="just" rtl="0">
              <a:lnSpc>
                <a:spcPct val="150000"/>
              </a:lnSpc>
              <a:spcBef>
                <a:spcPts val="0"/>
              </a:spcBef>
              <a:spcAft>
                <a:spcPts val="0"/>
              </a:spcAft>
              <a:buClr>
                <a:schemeClr val="dk1"/>
              </a:buClr>
              <a:buSzPts val="1100"/>
              <a:buFont typeface="Arial"/>
              <a:buNone/>
            </a:pPr>
            <a:r>
              <a:rPr lang="en-US" sz="1100" dirty="0"/>
              <a:t>Di cloud </a:t>
            </a:r>
            <a:r>
              <a:rPr lang="en-US" sz="1100" dirty="0" err="1"/>
              <a:t>ada</a:t>
            </a:r>
            <a:r>
              <a:rPr lang="en-US" sz="1100" dirty="0"/>
              <a:t> </a:t>
            </a:r>
            <a:r>
              <a:rPr lang="en-US" sz="1100" dirty="0" err="1"/>
              <a:t>layanan</a:t>
            </a:r>
            <a:r>
              <a:rPr lang="en-US" sz="1100" dirty="0"/>
              <a:t> </a:t>
            </a:r>
            <a:r>
              <a:rPr lang="en-US" sz="1100" dirty="0" err="1"/>
              <a:t>khusus</a:t>
            </a:r>
            <a:r>
              <a:rPr lang="en-US" sz="1100" dirty="0"/>
              <a:t> </a:t>
            </a:r>
            <a:r>
              <a:rPr lang="en-US" sz="1100" dirty="0" err="1"/>
              <a:t>dengan</a:t>
            </a:r>
            <a:r>
              <a:rPr lang="en-US" sz="1100" dirty="0"/>
              <a:t> </a:t>
            </a:r>
            <a:r>
              <a:rPr lang="en-US" sz="1100" dirty="0" err="1"/>
              <a:t>fitur</a:t>
            </a:r>
            <a:r>
              <a:rPr lang="en-US" sz="1100" dirty="0"/>
              <a:t> yang </a:t>
            </a:r>
            <a:r>
              <a:rPr lang="en-US" sz="1100" dirty="0" err="1"/>
              <a:t>banyak</a:t>
            </a:r>
            <a:r>
              <a:rPr lang="en-US" sz="1100" dirty="0"/>
              <a:t> </a:t>
            </a:r>
            <a:r>
              <a:rPr lang="en-US" sz="1100" dirty="0" err="1"/>
              <a:t>untuk</a:t>
            </a:r>
            <a:r>
              <a:rPr lang="en-US" sz="1100" dirty="0"/>
              <a:t> </a:t>
            </a:r>
            <a:r>
              <a:rPr lang="en-US" sz="1100" dirty="0" err="1"/>
              <a:t>kebutuhan</a:t>
            </a:r>
            <a:r>
              <a:rPr lang="en-US" sz="1100" dirty="0"/>
              <a:t> </a:t>
            </a:r>
            <a:r>
              <a:rPr lang="en-US" sz="1100" dirty="0" err="1"/>
              <a:t>menyimpan</a:t>
            </a:r>
            <a:r>
              <a:rPr lang="en-US" sz="1100" dirty="0"/>
              <a:t> project </a:t>
            </a:r>
            <a:r>
              <a:rPr lang="en-US" sz="1100" dirty="0" err="1"/>
              <a:t>atau</a:t>
            </a:r>
            <a:r>
              <a:rPr lang="en-US" sz="1100" dirty="0"/>
              <a:t> git repository </a:t>
            </a:r>
            <a:r>
              <a:rPr lang="en-US" sz="1100" dirty="0" err="1"/>
              <a:t>kita</a:t>
            </a:r>
            <a:r>
              <a:rPr lang="en-US" sz="1100" dirty="0"/>
              <a:t>, dan salah </a:t>
            </a:r>
            <a:r>
              <a:rPr lang="en-US" sz="1100" dirty="0" err="1"/>
              <a:t>satunya</a:t>
            </a:r>
            <a:r>
              <a:rPr lang="en-US" sz="1100" dirty="0"/>
              <a:t> yang </a:t>
            </a:r>
            <a:r>
              <a:rPr lang="en-US" sz="1100" dirty="0" err="1"/>
              <a:t>banyak</a:t>
            </a:r>
            <a:r>
              <a:rPr lang="en-US" sz="1100" dirty="0"/>
              <a:t> orang </a:t>
            </a:r>
            <a:r>
              <a:rPr lang="en-US" sz="1100" dirty="0" err="1"/>
              <a:t>sering</a:t>
            </a:r>
            <a:r>
              <a:rPr lang="en-US" sz="1100" dirty="0"/>
              <a:t> </a:t>
            </a:r>
            <a:r>
              <a:rPr lang="en-US" sz="1100" dirty="0" err="1"/>
              <a:t>gunakan</a:t>
            </a:r>
            <a:r>
              <a:rPr lang="en-US" sz="1100" dirty="0"/>
              <a:t> </a:t>
            </a:r>
            <a:r>
              <a:rPr lang="en-US" sz="1100" dirty="0" err="1"/>
              <a:t>adalah</a:t>
            </a:r>
            <a:r>
              <a:rPr lang="en-US" sz="1100" dirty="0"/>
              <a:t> </a:t>
            </a:r>
            <a:r>
              <a:rPr lang="en-US" sz="1100" dirty="0" err="1"/>
              <a:t>Github</a:t>
            </a:r>
            <a:r>
              <a:rPr lang="en-US" sz="1100" dirty="0"/>
              <a:t>. </a:t>
            </a:r>
          </a:p>
          <a:p>
            <a:pPr marL="158750" indent="0">
              <a:buNone/>
            </a:pPr>
            <a:endParaRPr lang="en-ID" dirty="0"/>
          </a:p>
        </p:txBody>
      </p:sp>
    </p:spTree>
    <p:extLst>
      <p:ext uri="{BB962C8B-B14F-4D97-AF65-F5344CB8AC3E}">
        <p14:creationId xmlns:p14="http://schemas.microsoft.com/office/powerpoint/2010/main" val="1153450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96d69dbd8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96d69dbd83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US" sz="1400" dirty="0" err="1"/>
              <a:t>Github</a:t>
            </a:r>
            <a:r>
              <a:rPr lang="en-US" sz="1400" dirty="0"/>
              <a:t> </a:t>
            </a:r>
            <a:r>
              <a:rPr lang="en-US" sz="1400" dirty="0" err="1"/>
              <a:t>adalah</a:t>
            </a:r>
            <a:r>
              <a:rPr lang="en-US" sz="1400" dirty="0"/>
              <a:t> </a:t>
            </a:r>
            <a:r>
              <a:rPr lang="en-US" sz="1400" dirty="0" err="1"/>
              <a:t>sebuah</a:t>
            </a:r>
            <a:r>
              <a:rPr lang="en-US" sz="1400" dirty="0"/>
              <a:t> </a:t>
            </a:r>
            <a:r>
              <a:rPr lang="en-US" sz="1400" dirty="0" err="1"/>
              <a:t>layanan</a:t>
            </a:r>
            <a:r>
              <a:rPr lang="en-US" sz="1400" dirty="0"/>
              <a:t> </a:t>
            </a:r>
            <a:r>
              <a:rPr lang="en-US" sz="1400" dirty="0" err="1"/>
              <a:t>penyimpanan</a:t>
            </a:r>
            <a:r>
              <a:rPr lang="en-US" sz="1400" dirty="0"/>
              <a:t> project </a:t>
            </a:r>
            <a:r>
              <a:rPr lang="en-US" sz="1400" dirty="0" err="1"/>
              <a:t>berbasis</a:t>
            </a:r>
            <a:r>
              <a:rPr lang="en-US" sz="1400" dirty="0"/>
              <a:t> git pada cloud. </a:t>
            </a:r>
            <a:r>
              <a:rPr lang="en-US" sz="1400" dirty="0" err="1"/>
              <a:t>Github</a:t>
            </a:r>
            <a:r>
              <a:rPr lang="en-US" sz="1400" dirty="0"/>
              <a:t> </a:t>
            </a:r>
            <a:r>
              <a:rPr lang="en-US" sz="1400" dirty="0" err="1"/>
              <a:t>tidak</a:t>
            </a:r>
            <a:r>
              <a:rPr lang="en-US" sz="1400" dirty="0"/>
              <a:t> </a:t>
            </a:r>
            <a:r>
              <a:rPr lang="en-US" sz="1400" dirty="0" err="1"/>
              <a:t>hanya</a:t>
            </a:r>
            <a:r>
              <a:rPr lang="en-US" sz="1400" dirty="0"/>
              <a:t> </a:t>
            </a:r>
            <a:r>
              <a:rPr lang="en-US" sz="1400" dirty="0" err="1"/>
              <a:t>sebatas</a:t>
            </a:r>
            <a:r>
              <a:rPr lang="en-US" sz="1400" dirty="0"/>
              <a:t> </a:t>
            </a:r>
            <a:r>
              <a:rPr lang="en-US" sz="1400" dirty="0" err="1"/>
              <a:t>tempat</a:t>
            </a:r>
            <a:r>
              <a:rPr lang="en-US" sz="1400" dirty="0"/>
              <a:t> </a:t>
            </a:r>
            <a:r>
              <a:rPr lang="en-US" sz="1400" dirty="0" err="1"/>
              <a:t>untuk</a:t>
            </a:r>
            <a:r>
              <a:rPr lang="en-US" sz="1400" dirty="0"/>
              <a:t> </a:t>
            </a:r>
            <a:r>
              <a:rPr lang="en-US" sz="1400" dirty="0" err="1"/>
              <a:t>menyimpan</a:t>
            </a:r>
            <a:r>
              <a:rPr lang="en-US" sz="1400" dirty="0"/>
              <a:t> backup, </a:t>
            </a:r>
            <a:r>
              <a:rPr lang="en-US" sz="1400" dirty="0" err="1"/>
              <a:t>tetapi</a:t>
            </a:r>
            <a:r>
              <a:rPr lang="en-US" sz="1400" dirty="0"/>
              <a:t> </a:t>
            </a:r>
            <a:r>
              <a:rPr lang="en-US" sz="1400" dirty="0" err="1"/>
              <a:t>github</a:t>
            </a:r>
            <a:r>
              <a:rPr lang="en-US" sz="1400" dirty="0"/>
              <a:t> juga </a:t>
            </a:r>
            <a:r>
              <a:rPr lang="en-US" sz="1400" dirty="0" err="1"/>
              <a:t>memungkinkan</a:t>
            </a:r>
            <a:r>
              <a:rPr lang="en-US" sz="1400" dirty="0"/>
              <a:t> </a:t>
            </a:r>
            <a:r>
              <a:rPr lang="en-US" sz="1400" dirty="0" err="1"/>
              <a:t>kita</a:t>
            </a:r>
            <a:r>
              <a:rPr lang="en-US" sz="1400" dirty="0"/>
              <a:t> </a:t>
            </a:r>
            <a:r>
              <a:rPr lang="en-US" sz="1400" dirty="0" err="1"/>
              <a:t>untuk</a:t>
            </a:r>
            <a:r>
              <a:rPr lang="en-US" sz="1400" dirty="0"/>
              <a:t> </a:t>
            </a:r>
            <a:r>
              <a:rPr lang="en-US" sz="1400" dirty="0" err="1"/>
              <a:t>berkolaborasi</a:t>
            </a:r>
            <a:r>
              <a:rPr lang="en-US" sz="1400" dirty="0"/>
              <a:t> </a:t>
            </a:r>
            <a:r>
              <a:rPr lang="en-US" sz="1400" dirty="0" err="1"/>
              <a:t>dalam</a:t>
            </a:r>
            <a:r>
              <a:rPr lang="en-US" sz="1400" dirty="0"/>
              <a:t> </a:t>
            </a:r>
            <a:r>
              <a:rPr lang="en-US" sz="1400" dirty="0" err="1"/>
              <a:t>mengerjakan</a:t>
            </a:r>
            <a:r>
              <a:rPr lang="en-US" sz="1400" dirty="0"/>
              <a:t> </a:t>
            </a:r>
            <a:r>
              <a:rPr lang="en-US" sz="1400" dirty="0" err="1"/>
              <a:t>suatu</a:t>
            </a:r>
            <a:r>
              <a:rPr lang="en-US" sz="1400" dirty="0"/>
              <a:t> project. Dimana </a:t>
            </a:r>
            <a:r>
              <a:rPr lang="en-US" sz="1400" dirty="0" err="1"/>
              <a:t>Github</a:t>
            </a:r>
            <a:r>
              <a:rPr lang="en-US" sz="1400" dirty="0"/>
              <a:t> </a:t>
            </a:r>
            <a:r>
              <a:rPr lang="en-US" sz="1400" dirty="0" err="1"/>
              <a:t>memiliki</a:t>
            </a:r>
            <a:r>
              <a:rPr lang="en-US" sz="1400" dirty="0"/>
              <a:t> </a:t>
            </a:r>
            <a:r>
              <a:rPr lang="en-US" sz="1400" dirty="0" err="1"/>
              <a:t>fitur</a:t>
            </a:r>
            <a:r>
              <a:rPr lang="en-US" sz="1400" dirty="0"/>
              <a:t> yang </a:t>
            </a:r>
            <a:r>
              <a:rPr lang="en-US" sz="1400" dirty="0" err="1"/>
              <a:t>berguna</a:t>
            </a:r>
            <a:r>
              <a:rPr lang="en-US" sz="1400" dirty="0"/>
              <a:t> </a:t>
            </a:r>
            <a:r>
              <a:rPr lang="en-US" sz="1400" dirty="0" err="1"/>
              <a:t>untuk</a:t>
            </a:r>
            <a:r>
              <a:rPr lang="en-US" sz="1400" dirty="0"/>
              <a:t> </a:t>
            </a:r>
            <a:r>
              <a:rPr lang="en-US" sz="1400" dirty="0" err="1"/>
              <a:t>bekerja</a:t>
            </a:r>
            <a:r>
              <a:rPr lang="en-US" sz="1400" dirty="0"/>
              <a:t> </a:t>
            </a:r>
            <a:r>
              <a:rPr lang="en-US" sz="1400" dirty="0" err="1"/>
              <a:t>sebagai</a:t>
            </a:r>
            <a:r>
              <a:rPr lang="en-US" sz="1400" dirty="0"/>
              <a:t> </a:t>
            </a:r>
            <a:r>
              <a:rPr lang="en-US" sz="1400" dirty="0" err="1"/>
              <a:t>tim</a:t>
            </a:r>
            <a:r>
              <a:rPr lang="en-US" sz="1400" dirty="0"/>
              <a:t>, yang salah </a:t>
            </a:r>
            <a:r>
              <a:rPr lang="en-US" sz="1400" dirty="0" err="1"/>
              <a:t>satunya</a:t>
            </a:r>
            <a:r>
              <a:rPr lang="en-US" sz="1400" dirty="0"/>
              <a:t> </a:t>
            </a:r>
            <a:r>
              <a:rPr lang="en-US" sz="1400" dirty="0" err="1"/>
              <a:t>adalah</a:t>
            </a:r>
            <a:r>
              <a:rPr lang="en-US" sz="1400" dirty="0"/>
              <a:t> </a:t>
            </a:r>
            <a:r>
              <a:rPr lang="en-US" sz="1400" dirty="0" err="1"/>
              <a:t>fitur</a:t>
            </a:r>
            <a:r>
              <a:rPr lang="en-US" sz="1400" dirty="0"/>
              <a:t> </a:t>
            </a:r>
            <a:r>
              <a:rPr lang="en-US" sz="1400" dirty="0" err="1"/>
              <a:t>untuk</a:t>
            </a:r>
            <a:r>
              <a:rPr lang="en-US" sz="1400" dirty="0"/>
              <a:t> </a:t>
            </a:r>
            <a:r>
              <a:rPr lang="en-US" sz="1400" dirty="0" err="1"/>
              <a:t>menggabungkan</a:t>
            </a:r>
            <a:r>
              <a:rPr lang="en-US" sz="1400" dirty="0"/>
              <a:t> </a:t>
            </a:r>
            <a:r>
              <a:rPr lang="en-US" sz="1400" dirty="0" err="1"/>
              <a:t>hasil</a:t>
            </a:r>
            <a:r>
              <a:rPr lang="en-US" sz="1400" dirty="0"/>
              <a:t> </a:t>
            </a:r>
            <a:r>
              <a:rPr lang="en-US" sz="1400" dirty="0" err="1"/>
              <a:t>pekerjaan</a:t>
            </a:r>
            <a:r>
              <a:rPr lang="en-US" sz="1400" dirty="0"/>
              <a:t> </a:t>
            </a:r>
            <a:r>
              <a:rPr lang="en-US" sz="1400" dirty="0" err="1"/>
              <a:t>dari</a:t>
            </a:r>
            <a:r>
              <a:rPr lang="en-US" sz="1400" dirty="0"/>
              <a:t> 1 team. </a:t>
            </a:r>
          </a:p>
          <a:p>
            <a:pPr marL="0" lvl="0" indent="0" algn="just" rtl="0">
              <a:lnSpc>
                <a:spcPct val="150000"/>
              </a:lnSpc>
              <a:spcBef>
                <a:spcPts val="0"/>
              </a:spcBef>
              <a:spcAft>
                <a:spcPts val="0"/>
              </a:spcAft>
              <a:buClr>
                <a:schemeClr val="dk1"/>
              </a:buClr>
              <a:buSzPts val="1100"/>
              <a:buFont typeface="Arial"/>
              <a:buNone/>
            </a:pPr>
            <a:endParaRPr lang="en-US" sz="1400" dirty="0"/>
          </a:p>
          <a:p>
            <a:pPr marL="0" lvl="0" indent="0" algn="just" rtl="0">
              <a:lnSpc>
                <a:spcPct val="150000"/>
              </a:lnSpc>
              <a:spcBef>
                <a:spcPts val="0"/>
              </a:spcBef>
              <a:spcAft>
                <a:spcPts val="0"/>
              </a:spcAft>
              <a:buClr>
                <a:schemeClr val="dk1"/>
              </a:buClr>
              <a:buSzPts val="1100"/>
              <a:buFont typeface="Arial"/>
              <a:buNone/>
            </a:pPr>
            <a:r>
              <a:rPr lang="en-US" sz="1400" dirty="0"/>
              <a:t>Jika </a:t>
            </a:r>
            <a:r>
              <a:rPr lang="en-US" sz="1400" dirty="0" err="1"/>
              <a:t>sebelumnya</a:t>
            </a:r>
            <a:r>
              <a:rPr lang="en-US" sz="1400" dirty="0"/>
              <a:t> </a:t>
            </a:r>
            <a:r>
              <a:rPr lang="en-US" sz="1400" dirty="0" err="1"/>
              <a:t>kita</a:t>
            </a:r>
            <a:r>
              <a:rPr lang="en-US" sz="1400" dirty="0"/>
              <a:t> </a:t>
            </a:r>
            <a:r>
              <a:rPr lang="en-US" sz="1400" dirty="0" err="1"/>
              <a:t>hanya</a:t>
            </a:r>
            <a:r>
              <a:rPr lang="en-US" sz="1400" dirty="0"/>
              <a:t> </a:t>
            </a:r>
            <a:r>
              <a:rPr lang="en-US" sz="1400" dirty="0" err="1"/>
              <a:t>melakukan</a:t>
            </a:r>
            <a:r>
              <a:rPr lang="en-US" sz="1400" dirty="0"/>
              <a:t> merge </a:t>
            </a:r>
            <a:r>
              <a:rPr lang="en-US" sz="1400" dirty="0" err="1"/>
              <a:t>terhadap</a:t>
            </a:r>
            <a:r>
              <a:rPr lang="en-US" sz="1400" dirty="0"/>
              <a:t> branch yang </a:t>
            </a:r>
            <a:r>
              <a:rPr lang="en-US" sz="1400" dirty="0" err="1"/>
              <a:t>kita</a:t>
            </a:r>
            <a:r>
              <a:rPr lang="en-US" sz="1400" dirty="0"/>
              <a:t> </a:t>
            </a:r>
            <a:r>
              <a:rPr lang="en-US" sz="1400" dirty="0" err="1"/>
              <a:t>buat</a:t>
            </a:r>
            <a:r>
              <a:rPr lang="en-US" sz="1400" dirty="0"/>
              <a:t> </a:t>
            </a:r>
            <a:r>
              <a:rPr lang="en-US" sz="1400" dirty="0" err="1"/>
              <a:t>sendiri</a:t>
            </a:r>
            <a:r>
              <a:rPr lang="en-US" sz="1400" dirty="0"/>
              <a:t>, </a:t>
            </a:r>
            <a:r>
              <a:rPr lang="en-US" sz="1400" dirty="0" err="1"/>
              <a:t>dengan</a:t>
            </a:r>
            <a:r>
              <a:rPr lang="en-US" sz="1400" dirty="0"/>
              <a:t> </a:t>
            </a:r>
            <a:r>
              <a:rPr lang="en-US" sz="1400" dirty="0" err="1"/>
              <a:t>github</a:t>
            </a:r>
            <a:r>
              <a:rPr lang="en-US" sz="1400" dirty="0"/>
              <a:t> </a:t>
            </a:r>
            <a:r>
              <a:rPr lang="en-US" sz="1400" dirty="0" err="1"/>
              <a:t>kita</a:t>
            </a:r>
            <a:r>
              <a:rPr lang="en-US" sz="1400" dirty="0"/>
              <a:t> </a:t>
            </a:r>
            <a:r>
              <a:rPr lang="en-US" sz="1400" dirty="0" err="1"/>
              <a:t>dapat</a:t>
            </a:r>
            <a:r>
              <a:rPr lang="en-US" sz="1400" dirty="0"/>
              <a:t> </a:t>
            </a:r>
            <a:r>
              <a:rPr lang="en-US" sz="1400" dirty="0" err="1"/>
              <a:t>melakukan</a:t>
            </a:r>
            <a:r>
              <a:rPr lang="en-US" sz="1400" dirty="0"/>
              <a:t> merge </a:t>
            </a:r>
            <a:r>
              <a:rPr lang="en-US" sz="1400" dirty="0" err="1"/>
              <a:t>dengan</a:t>
            </a:r>
            <a:r>
              <a:rPr lang="en-US" sz="1400" dirty="0"/>
              <a:t> branch </a:t>
            </a:r>
            <a:r>
              <a:rPr lang="en-US" sz="1400" dirty="0" err="1"/>
              <a:t>milik</a:t>
            </a:r>
            <a:r>
              <a:rPr lang="en-US" sz="1400" dirty="0"/>
              <a:t> orang lain, yang </a:t>
            </a:r>
            <a:r>
              <a:rPr lang="en-US" sz="1400" dirty="0" err="1"/>
              <a:t>dikerjakan</a:t>
            </a:r>
            <a:r>
              <a:rPr lang="en-US" sz="1400" dirty="0"/>
              <a:t> pada </a:t>
            </a:r>
            <a:r>
              <a:rPr lang="en-US" sz="1400" dirty="0" err="1"/>
              <a:t>komputer</a:t>
            </a:r>
            <a:r>
              <a:rPr lang="en-US" sz="1400" dirty="0"/>
              <a:t> yang </a:t>
            </a:r>
            <a:r>
              <a:rPr lang="en-US" sz="1400" dirty="0" err="1"/>
              <a:t>berbeda</a:t>
            </a:r>
            <a:r>
              <a:rPr lang="en-US" sz="1400" dirty="0"/>
              <a:t> </a:t>
            </a:r>
            <a:r>
              <a:rPr lang="en-US" sz="1400" dirty="0" err="1"/>
              <a:t>dengan</a:t>
            </a:r>
            <a:r>
              <a:rPr lang="en-US" sz="1400" dirty="0"/>
              <a:t> </a:t>
            </a:r>
            <a:r>
              <a:rPr lang="en-US" sz="1400" dirty="0" err="1"/>
              <a:t>kita</a:t>
            </a:r>
            <a:r>
              <a:rPr lang="en-US" sz="1400" dirty="0"/>
              <a:t>.</a:t>
            </a:r>
          </a:p>
          <a:p>
            <a:pPr marL="0" lvl="0" indent="0" algn="just" rtl="0">
              <a:lnSpc>
                <a:spcPct val="150000"/>
              </a:lnSpc>
              <a:spcBef>
                <a:spcPts val="0"/>
              </a:spcBef>
              <a:spcAft>
                <a:spcPts val="0"/>
              </a:spcAft>
              <a:buClr>
                <a:schemeClr val="dk1"/>
              </a:buClr>
              <a:buSzPts val="1100"/>
              <a:buFont typeface="Arial"/>
              <a:buNone/>
            </a:pPr>
            <a:endParaRPr lang="en-US" sz="1400" dirty="0"/>
          </a:p>
          <a:p>
            <a:pPr marL="0" lvl="0" indent="0" algn="just" rtl="0">
              <a:lnSpc>
                <a:spcPct val="150000"/>
              </a:lnSpc>
              <a:spcBef>
                <a:spcPts val="0"/>
              </a:spcBef>
              <a:spcAft>
                <a:spcPts val="0"/>
              </a:spcAft>
              <a:buSzPts val="1100"/>
              <a:buNone/>
            </a:pPr>
            <a:r>
              <a:rPr lang="en-US" sz="1400" dirty="0"/>
              <a:t>Ok </a:t>
            </a:r>
            <a:r>
              <a:rPr lang="en-US" sz="1400" dirty="0" err="1"/>
              <a:t>jadi</a:t>
            </a:r>
            <a:r>
              <a:rPr lang="en-US" sz="1400" dirty="0"/>
              <a:t> Hal yang </a:t>
            </a:r>
            <a:r>
              <a:rPr lang="en-US" sz="1400" dirty="0" err="1"/>
              <a:t>pertama</a:t>
            </a:r>
            <a:r>
              <a:rPr lang="en-US" sz="1400" dirty="0"/>
              <a:t> kali </a:t>
            </a:r>
            <a:r>
              <a:rPr lang="en-US" sz="1400" dirty="0" err="1"/>
              <a:t>akan</a:t>
            </a:r>
            <a:r>
              <a:rPr lang="en-US" sz="1400" dirty="0"/>
              <a:t> </a:t>
            </a:r>
            <a:r>
              <a:rPr lang="en-US" sz="1400" dirty="0" err="1"/>
              <a:t>kita</a:t>
            </a:r>
            <a:r>
              <a:rPr lang="en-US" sz="1400" dirty="0"/>
              <a:t> </a:t>
            </a:r>
            <a:r>
              <a:rPr lang="en-US" sz="1400" dirty="0" err="1"/>
              <a:t>lakukan</a:t>
            </a:r>
            <a:r>
              <a:rPr lang="en-US" sz="1400" dirty="0"/>
              <a:t> </a:t>
            </a:r>
            <a:r>
              <a:rPr lang="en-US" sz="1400" dirty="0" err="1"/>
              <a:t>adalah</a:t>
            </a:r>
            <a:r>
              <a:rPr lang="en-US" sz="1400" dirty="0"/>
              <a:t> </a:t>
            </a:r>
            <a:r>
              <a:rPr lang="en-US" sz="1400" dirty="0" err="1"/>
              <a:t>membuat</a:t>
            </a:r>
            <a:r>
              <a:rPr lang="en-US" sz="1400" dirty="0"/>
              <a:t> </a:t>
            </a:r>
            <a:r>
              <a:rPr lang="en-US" sz="1400" dirty="0" err="1"/>
              <a:t>akun</a:t>
            </a:r>
            <a:r>
              <a:rPr lang="en-US" sz="1400" dirty="0"/>
              <a:t> di </a:t>
            </a:r>
            <a:r>
              <a:rPr lang="en-US" sz="1400" dirty="0" err="1"/>
              <a:t>github</a:t>
            </a:r>
            <a:r>
              <a:rPr lang="en-US" sz="1400" dirty="0"/>
              <a:t>.</a:t>
            </a:r>
          </a:p>
          <a:p>
            <a:pPr marL="0" lvl="0" indent="0" algn="just" rtl="0">
              <a:lnSpc>
                <a:spcPct val="150000"/>
              </a:lnSpc>
              <a:spcBef>
                <a:spcPts val="0"/>
              </a:spcBef>
              <a:spcAft>
                <a:spcPts val="0"/>
              </a:spcAft>
              <a:buSzPts val="1100"/>
              <a:buNone/>
            </a:pPr>
            <a:endParaRPr lang="en-ID" sz="1600" dirty="0"/>
          </a:p>
          <a:p>
            <a:pPr marL="0" lvl="0" indent="0" algn="just" rtl="0">
              <a:lnSpc>
                <a:spcPct val="150000"/>
              </a:lnSpc>
              <a:spcBef>
                <a:spcPts val="0"/>
              </a:spcBef>
              <a:spcAft>
                <a:spcPts val="0"/>
              </a:spcAft>
              <a:buSzPts val="1100"/>
              <a:buNone/>
            </a:pPr>
            <a:endParaRPr sz="1400" dirty="0"/>
          </a:p>
        </p:txBody>
      </p:sp>
    </p:spTree>
    <p:extLst>
      <p:ext uri="{BB962C8B-B14F-4D97-AF65-F5344CB8AC3E}">
        <p14:creationId xmlns:p14="http://schemas.microsoft.com/office/powerpoint/2010/main" val="240748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err="1"/>
              <a:t>Melanjuti</a:t>
            </a:r>
            <a:r>
              <a:rPr lang="en-US" sz="1400" dirty="0"/>
              <a:t> </a:t>
            </a:r>
            <a:r>
              <a:rPr lang="en-US" sz="1400" dirty="0" err="1"/>
              <a:t>sesi</a:t>
            </a:r>
            <a:r>
              <a:rPr lang="en-US" sz="1400" dirty="0"/>
              <a:t> </a:t>
            </a:r>
            <a:r>
              <a:rPr lang="en-US" sz="1400" dirty="0" err="1"/>
              <a:t>materi</a:t>
            </a:r>
            <a:r>
              <a:rPr lang="en-US" sz="1400" dirty="0"/>
              <a:t> </a:t>
            </a:r>
            <a:r>
              <a:rPr lang="en-US" sz="1400" dirty="0" err="1"/>
              <a:t>Github</a:t>
            </a:r>
            <a:r>
              <a:rPr lang="en-US" sz="1400" dirty="0"/>
              <a:t>,</a:t>
            </a:r>
          </a:p>
          <a:p>
            <a:pPr marL="0" lvl="0" indent="0" algn="l" rtl="0">
              <a:lnSpc>
                <a:spcPct val="100000"/>
              </a:lnSpc>
              <a:spcBef>
                <a:spcPts val="0"/>
              </a:spcBef>
              <a:spcAft>
                <a:spcPts val="0"/>
              </a:spcAft>
              <a:buSzPts val="1100"/>
              <a:buNone/>
            </a:pPr>
            <a:endParaRPr lang="en-US" sz="14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err="1"/>
              <a:t>Sekarang</a:t>
            </a:r>
            <a:r>
              <a:rPr lang="en-US" sz="1400" dirty="0"/>
              <a:t> </a:t>
            </a:r>
            <a:r>
              <a:rPr lang="en-US" sz="1400" dirty="0" err="1"/>
              <a:t>kita</a:t>
            </a:r>
            <a:r>
              <a:rPr lang="en-US" sz="1400" dirty="0"/>
              <a:t> </a:t>
            </a:r>
            <a:r>
              <a:rPr lang="en-US" sz="1400" dirty="0" err="1"/>
              <a:t>akan</a:t>
            </a:r>
            <a:r>
              <a:rPr lang="en-US" sz="1400" dirty="0"/>
              <a:t> </a:t>
            </a:r>
            <a:r>
              <a:rPr lang="en-US" sz="1400" dirty="0" err="1"/>
              <a:t>membahas</a:t>
            </a:r>
            <a:r>
              <a:rPr lang="en-US" sz="1400" dirty="0"/>
              <a:t> </a:t>
            </a:r>
            <a:r>
              <a:rPr lang="en-US" sz="1400" dirty="0" err="1"/>
              <a:t>bagaimana</a:t>
            </a:r>
            <a:r>
              <a:rPr lang="en-US" sz="1400" dirty="0"/>
              <a:t> </a:t>
            </a:r>
            <a:r>
              <a:rPr lang="en-US" sz="1400" dirty="0" err="1"/>
              <a:t>cara</a:t>
            </a:r>
            <a:r>
              <a:rPr lang="en-US" sz="1400" dirty="0"/>
              <a:t> </a:t>
            </a:r>
            <a:r>
              <a:rPr lang="en-US" sz="1400" dirty="0" err="1"/>
              <a:t>untuk</a:t>
            </a:r>
            <a:r>
              <a:rPr lang="en-US" sz="1400" dirty="0"/>
              <a:t> </a:t>
            </a:r>
            <a:r>
              <a:rPr lang="en-US" sz="1400" dirty="0" err="1"/>
              <a:t>membuat</a:t>
            </a:r>
            <a:r>
              <a:rPr lang="en-US" sz="1400" dirty="0"/>
              <a:t> repository di </a:t>
            </a:r>
            <a:r>
              <a:rPr lang="en-US" sz="1400" dirty="0" err="1"/>
              <a:t>github</a:t>
            </a:r>
            <a:r>
              <a:rPr lang="en-US" sz="1400" dirty="0"/>
              <a:t>, </a:t>
            </a:r>
            <a:r>
              <a:rPr lang="en-US" sz="1400" dirty="0" err="1"/>
              <a:t>mengupload</a:t>
            </a:r>
            <a:r>
              <a:rPr lang="en-US" sz="1400" dirty="0"/>
              <a:t> project </a:t>
            </a:r>
            <a:r>
              <a:rPr lang="en-US" sz="1400" dirty="0" err="1"/>
              <a:t>kita</a:t>
            </a:r>
            <a:r>
              <a:rPr lang="en-US" sz="1400" dirty="0"/>
              <a:t> </a:t>
            </a:r>
            <a:r>
              <a:rPr lang="en-US" sz="1400" dirty="0" err="1"/>
              <a:t>ke</a:t>
            </a:r>
            <a:r>
              <a:rPr lang="en-US" sz="1400" dirty="0"/>
              <a:t> </a:t>
            </a:r>
            <a:r>
              <a:rPr lang="en-US" sz="1400" dirty="0" err="1"/>
              <a:t>repositorynya</a:t>
            </a:r>
            <a:r>
              <a:rPr lang="en-US" sz="1400" dirty="0"/>
              <a:t>, dan </a:t>
            </a:r>
            <a:r>
              <a:rPr lang="en-US" sz="1400" dirty="0" err="1"/>
              <a:t>mengcloning</a:t>
            </a:r>
            <a:r>
              <a:rPr lang="en-US" sz="1400" dirty="0"/>
              <a:t> project </a:t>
            </a:r>
            <a:r>
              <a:rPr lang="en-US" sz="1400" dirty="0" err="1"/>
              <a:t>atau</a:t>
            </a:r>
            <a:r>
              <a:rPr lang="en-US" sz="1400" dirty="0"/>
              <a:t> git </a:t>
            </a:r>
            <a:r>
              <a:rPr lang="en-US" sz="1400" dirty="0" err="1"/>
              <a:t>repositorynya</a:t>
            </a:r>
            <a:r>
              <a:rPr lang="en-US" sz="1400" dirty="0"/>
              <a:t> </a:t>
            </a:r>
            <a:r>
              <a:rPr lang="en-US" sz="1400" dirty="0" err="1"/>
              <a:t>ke</a:t>
            </a:r>
            <a:r>
              <a:rPr lang="en-US" sz="1400" dirty="0"/>
              <a:t> laptop </a:t>
            </a:r>
            <a:r>
              <a:rPr lang="en-US" sz="1400" dirty="0" err="1"/>
              <a:t>kita</a:t>
            </a:r>
            <a:r>
              <a:rPr lang="en-US" sz="1400" dirty="0"/>
              <a:t>.</a:t>
            </a:r>
          </a:p>
          <a:p>
            <a:pPr marL="0" lvl="0" indent="0" algn="l" rtl="0">
              <a:lnSpc>
                <a:spcPct val="100000"/>
              </a:lnSpc>
              <a:spcBef>
                <a:spcPts val="0"/>
              </a:spcBef>
              <a:spcAft>
                <a:spcPts val="0"/>
              </a:spcAft>
              <a:buSzPts val="1100"/>
              <a:buNone/>
            </a:pPr>
            <a:endParaRPr lang="en-US" sz="1400" dirty="0"/>
          </a:p>
          <a:p>
            <a:pPr marL="0" lvl="0" indent="0" algn="l" rtl="0">
              <a:lnSpc>
                <a:spcPct val="100000"/>
              </a:lnSpc>
              <a:spcBef>
                <a:spcPts val="0"/>
              </a:spcBef>
              <a:spcAft>
                <a:spcPts val="0"/>
              </a:spcAft>
              <a:buSzPts val="1100"/>
              <a:buNone/>
            </a:pPr>
            <a:r>
              <a:rPr lang="en-US" sz="1400" dirty="0"/>
              <a:t>.</a:t>
            </a:r>
            <a:endParaRPr sz="1400" dirty="0"/>
          </a:p>
        </p:txBody>
      </p:sp>
    </p:spTree>
    <p:extLst>
      <p:ext uri="{BB962C8B-B14F-4D97-AF65-F5344CB8AC3E}">
        <p14:creationId xmlns:p14="http://schemas.microsoft.com/office/powerpoint/2010/main" val="3798535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sz="1100" dirty="0"/>
              <a:t>Pada </a:t>
            </a:r>
            <a:r>
              <a:rPr lang="en-US" sz="1100" dirty="0" err="1"/>
              <a:t>topik</a:t>
            </a:r>
            <a:r>
              <a:rPr lang="en-US" sz="1100" dirty="0"/>
              <a:t> kali </a:t>
            </a:r>
            <a:r>
              <a:rPr lang="en-US" sz="1100" dirty="0" err="1"/>
              <a:t>ini</a:t>
            </a:r>
            <a:r>
              <a:rPr lang="en-US" sz="1100" dirty="0"/>
              <a:t>, </a:t>
            </a:r>
            <a:r>
              <a:rPr lang="en-US" sz="1100" dirty="0" err="1"/>
              <a:t>ada</a:t>
            </a:r>
            <a:r>
              <a:rPr lang="en-US" sz="1100" dirty="0"/>
              <a:t> 3 command </a:t>
            </a:r>
            <a:r>
              <a:rPr lang="en-US" sz="1100" dirty="0" err="1"/>
              <a:t>baru</a:t>
            </a:r>
            <a:r>
              <a:rPr lang="en-US" sz="1100" dirty="0"/>
              <a:t> yang </a:t>
            </a:r>
            <a:r>
              <a:rPr lang="en-US" sz="1100" dirty="0" err="1"/>
              <a:t>akan</a:t>
            </a:r>
            <a:r>
              <a:rPr lang="en-US" sz="1100" dirty="0"/>
              <a:t> </a:t>
            </a:r>
            <a:r>
              <a:rPr lang="en-US" sz="1100" dirty="0" err="1"/>
              <a:t>kita</a:t>
            </a:r>
            <a:r>
              <a:rPr lang="en-US" sz="1100" dirty="0"/>
              <a:t> </a:t>
            </a:r>
            <a:r>
              <a:rPr lang="en-US" sz="1100" dirty="0" err="1"/>
              <a:t>bahas</a:t>
            </a:r>
            <a:r>
              <a:rPr lang="en-US" sz="1100" dirty="0"/>
              <a:t> </a:t>
            </a:r>
            <a:r>
              <a:rPr lang="en-US" sz="1100" dirty="0" err="1"/>
              <a:t>yaitu</a:t>
            </a:r>
            <a:r>
              <a:rPr lang="en-US" sz="1100" dirty="0"/>
              <a:t> command git remote, git push, dan git clone. </a:t>
            </a:r>
          </a:p>
          <a:p>
            <a:pPr marL="158750" indent="0">
              <a:buNone/>
            </a:pPr>
            <a:endParaRPr lang="en-US" sz="1100" dirty="0"/>
          </a:p>
          <a:p>
            <a:pPr marL="158750" indent="0">
              <a:buNone/>
            </a:pPr>
            <a:r>
              <a:rPr lang="en-US" sz="1100" dirty="0"/>
              <a:t>Yang </a:t>
            </a:r>
            <a:r>
              <a:rPr lang="en-US" sz="1100" dirty="0" err="1"/>
              <a:t>pertama</a:t>
            </a:r>
            <a:r>
              <a:rPr lang="en-US" sz="1100" dirty="0"/>
              <a:t>, command git remote </a:t>
            </a:r>
            <a:r>
              <a:rPr lang="en-US" sz="1100" dirty="0" err="1"/>
              <a:t>digunakan</a:t>
            </a:r>
            <a:r>
              <a:rPr lang="en-US" sz="1100" dirty="0"/>
              <a:t> </a:t>
            </a:r>
            <a:r>
              <a:rPr lang="en-US" sz="1100" dirty="0" err="1"/>
              <a:t>untuk</a:t>
            </a:r>
            <a:r>
              <a:rPr lang="en-US" sz="1100" dirty="0"/>
              <a:t> </a:t>
            </a:r>
            <a:r>
              <a:rPr lang="fi-FI" sz="1100" dirty="0"/>
              <a:t>membuat, melihat, dan menghapus koneksi ke repository lain.</a:t>
            </a:r>
          </a:p>
          <a:p>
            <a:pPr marL="158750" indent="0">
              <a:buNone/>
            </a:pPr>
            <a:endParaRPr lang="fi-FI" sz="1100" dirty="0"/>
          </a:p>
          <a:p>
            <a:pPr marL="158750" indent="0">
              <a:buNone/>
            </a:pPr>
            <a:r>
              <a:rPr lang="fi-FI" sz="1100" dirty="0"/>
              <a:t>Lalu Yang kedua, command git push digunakan untuk mengupload content repository lokal ke repository yang ada di cloud.</a:t>
            </a:r>
          </a:p>
          <a:p>
            <a:pPr marL="158750" indent="0">
              <a:buNone/>
            </a:pPr>
            <a:endParaRPr lang="fi-FI" sz="1100" dirty="0"/>
          </a:p>
          <a:p>
            <a:pPr marL="158750" indent="0">
              <a:buNone/>
            </a:pPr>
            <a:r>
              <a:rPr lang="fi-FI" sz="1100" dirty="0"/>
              <a:t>Kemudian Yang ketiga, command git clone </a:t>
            </a:r>
            <a:r>
              <a:rPr lang="sv-SE" sz="1100" dirty="0"/>
              <a:t>digunakan untuk menargetkan repository yang ada dan membuat clone, atau salinan dari target repositorynya.</a:t>
            </a:r>
          </a:p>
          <a:p>
            <a:pPr marL="158750" indent="0">
              <a:buNone/>
            </a:pPr>
            <a:endParaRPr lang="sv-SE" sz="1100" dirty="0"/>
          </a:p>
          <a:p>
            <a:pPr marL="158750" indent="0">
              <a:buNone/>
            </a:pPr>
            <a:r>
              <a:rPr lang="sv-SE" sz="1100" dirty="0"/>
              <a:t>Mari kita bahas lebih detail ketiganya, mulai dari command git remote terlebih dahulu.</a:t>
            </a:r>
            <a:endParaRPr lang="en-ID" dirty="0"/>
          </a:p>
        </p:txBody>
      </p:sp>
    </p:spTree>
    <p:extLst>
      <p:ext uri="{BB962C8B-B14F-4D97-AF65-F5344CB8AC3E}">
        <p14:creationId xmlns:p14="http://schemas.microsoft.com/office/powerpoint/2010/main" val="2520694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Ok </a:t>
            </a:r>
            <a:r>
              <a:rPr lang="en-US" dirty="0" err="1"/>
              <a:t>jadi</a:t>
            </a:r>
            <a:r>
              <a:rPr lang="en-US" dirty="0"/>
              <a:t> </a:t>
            </a:r>
            <a:r>
              <a:rPr lang="en-US" dirty="0" err="1"/>
              <a:t>seperti</a:t>
            </a:r>
            <a:r>
              <a:rPr lang="en-US" dirty="0"/>
              <a:t> yang </a:t>
            </a:r>
            <a:r>
              <a:rPr lang="en-US" dirty="0" err="1"/>
              <a:t>baru</a:t>
            </a:r>
            <a:r>
              <a:rPr lang="en-US" dirty="0"/>
              <a:t> </a:t>
            </a:r>
            <a:r>
              <a:rPr lang="en-US" dirty="0" err="1"/>
              <a:t>saja</a:t>
            </a:r>
            <a:r>
              <a:rPr lang="en-US" dirty="0"/>
              <a:t> </a:t>
            </a:r>
            <a:r>
              <a:rPr lang="en-US" dirty="0" err="1"/>
              <a:t>dibahas</a:t>
            </a:r>
            <a:r>
              <a:rPr lang="en-US" dirty="0"/>
              <a:t>, command git remote </a:t>
            </a:r>
            <a:r>
              <a:rPr lang="en-US" dirty="0" err="1"/>
              <a:t>adalah</a:t>
            </a:r>
            <a:r>
              <a:rPr lang="en-US" dirty="0"/>
              <a:t> command yang </a:t>
            </a:r>
            <a:r>
              <a:rPr lang="en-US" sz="1100" dirty="0" err="1"/>
              <a:t>digunakan</a:t>
            </a:r>
            <a:r>
              <a:rPr lang="en-US" sz="1100" dirty="0"/>
              <a:t> </a:t>
            </a:r>
            <a:r>
              <a:rPr lang="en-US" sz="1100" dirty="0" err="1"/>
              <a:t>untuk</a:t>
            </a:r>
            <a:r>
              <a:rPr lang="en-US" sz="1100" dirty="0"/>
              <a:t> </a:t>
            </a:r>
            <a:r>
              <a:rPr lang="fi-FI" sz="1100" dirty="0"/>
              <a:t>membuat, melihat, dan menghapus koneksi ke repository lain.</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i-FI" sz="110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i-FI" sz="1100" dirty="0"/>
              <a:t>Koneksinya itu lebih seperti bookmark daripada hubungan langsung ke repository lainnya.</a:t>
            </a:r>
          </a:p>
          <a:p>
            <a:pPr marL="158750" indent="0">
              <a:buNone/>
            </a:pPr>
            <a:endParaRPr lang="en-ID" dirty="0"/>
          </a:p>
          <a:p>
            <a:pPr marL="158750" indent="0">
              <a:buNone/>
            </a:pPr>
            <a:r>
              <a:rPr lang="en-ID" dirty="0" err="1"/>
              <a:t>Kemudian</a:t>
            </a:r>
            <a:r>
              <a:rPr lang="en-ID" dirty="0"/>
              <a:t>, </a:t>
            </a:r>
            <a:r>
              <a:rPr lang="en-ID" dirty="0" err="1"/>
              <a:t>koneksinya</a:t>
            </a:r>
            <a:r>
              <a:rPr lang="en-ID" dirty="0"/>
              <a:t> </a:t>
            </a:r>
            <a:r>
              <a:rPr lang="en-ID" dirty="0" err="1"/>
              <a:t>itu</a:t>
            </a:r>
            <a:r>
              <a:rPr lang="en-ID" dirty="0"/>
              <a:t> </a:t>
            </a:r>
            <a:r>
              <a:rPr lang="en-ID" dirty="0" err="1"/>
              <a:t>sebenarnya</a:t>
            </a:r>
            <a:r>
              <a:rPr lang="en-ID" dirty="0"/>
              <a:t> </a:t>
            </a:r>
            <a:r>
              <a:rPr lang="en-ID" dirty="0" err="1"/>
              <a:t>berfungsi</a:t>
            </a:r>
            <a:r>
              <a:rPr lang="en-ID" dirty="0"/>
              <a:t> </a:t>
            </a:r>
            <a:r>
              <a:rPr lang="en-ID" dirty="0" err="1"/>
              <a:t>sebagai</a:t>
            </a:r>
            <a:r>
              <a:rPr lang="en-ID" dirty="0"/>
              <a:t> </a:t>
            </a:r>
            <a:r>
              <a:rPr lang="en-ID" dirty="0" err="1"/>
              <a:t>nama</a:t>
            </a:r>
            <a:r>
              <a:rPr lang="en-ID" dirty="0"/>
              <a:t> yang </a:t>
            </a:r>
            <a:r>
              <a:rPr lang="en-ID" dirty="0" err="1"/>
              <a:t>dapat</a:t>
            </a:r>
            <a:r>
              <a:rPr lang="en-ID" dirty="0"/>
              <a:t> </a:t>
            </a:r>
            <a:r>
              <a:rPr lang="en-ID" dirty="0" err="1"/>
              <a:t>digunakan</a:t>
            </a:r>
            <a:r>
              <a:rPr lang="en-ID" dirty="0"/>
              <a:t> </a:t>
            </a:r>
            <a:r>
              <a:rPr lang="en-ID" dirty="0" err="1"/>
              <a:t>untuk</a:t>
            </a:r>
            <a:r>
              <a:rPr lang="en-ID" dirty="0"/>
              <a:t> </a:t>
            </a:r>
            <a:r>
              <a:rPr lang="en-ID" dirty="0" err="1"/>
              <a:t>mereferensikan</a:t>
            </a:r>
            <a:r>
              <a:rPr lang="en-ID" dirty="0"/>
              <a:t> URL </a:t>
            </a:r>
            <a:r>
              <a:rPr lang="en-ID" dirty="0" err="1"/>
              <a:t>atau</a:t>
            </a:r>
            <a:r>
              <a:rPr lang="en-ID" dirty="0"/>
              <a:t> </a:t>
            </a:r>
            <a:r>
              <a:rPr lang="en-ID" dirty="0" err="1"/>
              <a:t>alamat</a:t>
            </a:r>
            <a:r>
              <a:rPr lang="en-ID" dirty="0"/>
              <a:t> </a:t>
            </a:r>
            <a:r>
              <a:rPr lang="en-ID" dirty="0" err="1"/>
              <a:t>dari</a:t>
            </a:r>
            <a:r>
              <a:rPr lang="en-ID" dirty="0"/>
              <a:t> </a:t>
            </a:r>
            <a:r>
              <a:rPr lang="en-ID" dirty="0" err="1"/>
              <a:t>repositorynya</a:t>
            </a:r>
            <a:r>
              <a:rPr lang="en-ID" dirty="0"/>
              <a:t>.</a:t>
            </a:r>
          </a:p>
        </p:txBody>
      </p:sp>
    </p:spTree>
    <p:extLst>
      <p:ext uri="{BB962C8B-B14F-4D97-AF65-F5344CB8AC3E}">
        <p14:creationId xmlns:p14="http://schemas.microsoft.com/office/powerpoint/2010/main" val="1439781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dirty="0" err="1"/>
              <a:t>Berikut</a:t>
            </a:r>
            <a:r>
              <a:rPr lang="en-US" sz="1100" b="0" dirty="0"/>
              <a:t> </a:t>
            </a:r>
            <a:r>
              <a:rPr lang="en-US" sz="1100" b="0" dirty="0" err="1"/>
              <a:t>ini</a:t>
            </a:r>
            <a:r>
              <a:rPr lang="en-US" sz="1100" b="0" dirty="0"/>
              <a:t> </a:t>
            </a:r>
            <a:r>
              <a:rPr lang="en-US" sz="1100" b="0" dirty="0" err="1"/>
              <a:t>adalah</a:t>
            </a:r>
            <a:r>
              <a:rPr lang="en-US" sz="1100" b="0" dirty="0"/>
              <a:t> command yang </a:t>
            </a:r>
            <a:r>
              <a:rPr lang="en-US" sz="1100" b="0" dirty="0" err="1"/>
              <a:t>akan</a:t>
            </a:r>
            <a:r>
              <a:rPr lang="en-US" sz="1100" b="0" dirty="0"/>
              <a:t> </a:t>
            </a:r>
            <a:r>
              <a:rPr lang="en-US" sz="1100" b="0" dirty="0" err="1"/>
              <a:t>kita</a:t>
            </a:r>
            <a:r>
              <a:rPr lang="en-US" sz="1100" b="0" dirty="0"/>
              <a:t> </a:t>
            </a:r>
            <a:r>
              <a:rPr lang="en-US" sz="1100" b="0" dirty="0" err="1"/>
              <a:t>gunakan</a:t>
            </a:r>
            <a:r>
              <a:rPr lang="en-US" sz="1100" b="0" dirty="0"/>
              <a:t> </a:t>
            </a:r>
            <a:r>
              <a:rPr lang="en-US" sz="1100" b="0" dirty="0" err="1"/>
              <a:t>untuk</a:t>
            </a:r>
            <a:r>
              <a:rPr lang="en-US" sz="1100" b="0" dirty="0"/>
              <a:t> </a:t>
            </a:r>
            <a:r>
              <a:rPr lang="en-US" sz="1100" b="0" dirty="0" err="1"/>
              <a:t>dapat</a:t>
            </a:r>
            <a:r>
              <a:rPr lang="en-US" sz="1100" b="0" dirty="0"/>
              <a:t> </a:t>
            </a:r>
            <a:r>
              <a:rPr lang="fi-FI" sz="1100" dirty="0"/>
              <a:t>membuat, melihat, dan menghapus koneksi ke repository lain.</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dirty="0"/>
              <a:t>Mari </a:t>
            </a:r>
            <a:r>
              <a:rPr lang="en-US" sz="1100" b="0" dirty="0" err="1"/>
              <a:t>sekarang</a:t>
            </a:r>
            <a:r>
              <a:rPr lang="en-US" sz="1100" b="0" dirty="0"/>
              <a:t> </a:t>
            </a:r>
            <a:r>
              <a:rPr lang="en-US" sz="1100" b="0" dirty="0" err="1"/>
              <a:t>langsung</a:t>
            </a:r>
            <a:r>
              <a:rPr lang="en-US" sz="1100" b="0" dirty="0"/>
              <a:t> </a:t>
            </a:r>
            <a:r>
              <a:rPr lang="en-US" sz="1100" b="0" dirty="0" err="1"/>
              <a:t>saja</a:t>
            </a:r>
            <a:r>
              <a:rPr lang="en-US" sz="1100" b="0" dirty="0"/>
              <a:t> </a:t>
            </a:r>
            <a:r>
              <a:rPr lang="en-US" sz="1100" b="0" dirty="0" err="1"/>
              <a:t>kita</a:t>
            </a:r>
            <a:r>
              <a:rPr lang="en-US" sz="1100" b="0" dirty="0"/>
              <a:t> </a:t>
            </a:r>
            <a:r>
              <a:rPr lang="en-US" sz="1100" b="0" dirty="0" err="1"/>
              <a:t>praktikkan</a:t>
            </a:r>
            <a:r>
              <a:rPr lang="en-US" sz="1100" b="0" dirty="0"/>
              <a:t>.</a:t>
            </a:r>
          </a:p>
          <a:p>
            <a:pPr marL="158750" indent="0">
              <a:buNone/>
            </a:pPr>
            <a:endParaRPr lang="en-ID" dirty="0"/>
          </a:p>
          <a:p>
            <a:pPr marL="158750" indent="0">
              <a:buNone/>
            </a:pPr>
            <a:r>
              <a:rPr lang="en-ID" b="1" dirty="0"/>
              <a:t>(Live Code Git Remote)</a:t>
            </a:r>
          </a:p>
        </p:txBody>
      </p:sp>
    </p:spTree>
    <p:extLst>
      <p:ext uri="{BB962C8B-B14F-4D97-AF65-F5344CB8AC3E}">
        <p14:creationId xmlns:p14="http://schemas.microsoft.com/office/powerpoint/2010/main" val="354998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lvl="0" indent="0" algn="just" rtl="0">
              <a:lnSpc>
                <a:spcPct val="150000"/>
              </a:lnSpc>
              <a:spcBef>
                <a:spcPts val="0"/>
              </a:spcBef>
              <a:spcAft>
                <a:spcPts val="0"/>
              </a:spcAft>
              <a:buClr>
                <a:schemeClr val="dk1"/>
              </a:buClr>
              <a:buSzPts val="1100"/>
              <a:buFont typeface="Arial"/>
              <a:buNone/>
            </a:pPr>
            <a:r>
              <a:rPr lang="en-US" sz="1100" dirty="0"/>
              <a:t>Setelah </a:t>
            </a:r>
            <a:r>
              <a:rPr lang="en-US" sz="1100" dirty="0" err="1"/>
              <a:t>kita</a:t>
            </a:r>
            <a:r>
              <a:rPr lang="en-US" sz="1100" dirty="0"/>
              <a:t> </a:t>
            </a:r>
            <a:r>
              <a:rPr lang="en-US" sz="1100" dirty="0" err="1"/>
              <a:t>sudah</a:t>
            </a:r>
            <a:r>
              <a:rPr lang="en-US" sz="1100" dirty="0"/>
              <a:t> </a:t>
            </a:r>
            <a:r>
              <a:rPr lang="en-US" sz="1100" dirty="0" err="1"/>
              <a:t>membuat</a:t>
            </a:r>
            <a:r>
              <a:rPr lang="en-US" sz="1100" dirty="0"/>
              <a:t> repository di </a:t>
            </a:r>
            <a:r>
              <a:rPr lang="en-US" sz="1100" dirty="0" err="1"/>
              <a:t>github</a:t>
            </a:r>
            <a:r>
              <a:rPr lang="en-US" sz="1100" dirty="0"/>
              <a:t> dan </a:t>
            </a:r>
            <a:r>
              <a:rPr lang="en-US" sz="1100" dirty="0" err="1"/>
              <a:t>menyimpan</a:t>
            </a:r>
            <a:r>
              <a:rPr lang="en-US" sz="1100" dirty="0"/>
              <a:t> </a:t>
            </a:r>
            <a:r>
              <a:rPr lang="en-US" sz="1100" dirty="0" err="1"/>
              <a:t>alamatnya</a:t>
            </a:r>
            <a:r>
              <a:rPr lang="en-US" sz="1100" dirty="0"/>
              <a:t> </a:t>
            </a:r>
            <a:r>
              <a:rPr lang="en-US" sz="1100" dirty="0" err="1"/>
              <a:t>menggunakan</a:t>
            </a:r>
            <a:r>
              <a:rPr lang="en-US" sz="1100" dirty="0"/>
              <a:t> command git remote, </a:t>
            </a:r>
            <a:r>
              <a:rPr lang="en-US" sz="1100" dirty="0" err="1"/>
              <a:t>sekarang</a:t>
            </a:r>
            <a:r>
              <a:rPr lang="en-US" sz="1100" dirty="0"/>
              <a:t> </a:t>
            </a:r>
            <a:r>
              <a:rPr lang="en-US" sz="1100" dirty="0" err="1"/>
              <a:t>kita</a:t>
            </a:r>
            <a:r>
              <a:rPr lang="en-US" sz="1100" dirty="0"/>
              <a:t> </a:t>
            </a:r>
            <a:r>
              <a:rPr lang="en-US" sz="1100" dirty="0" err="1"/>
              <a:t>akan</a:t>
            </a:r>
            <a:r>
              <a:rPr lang="en-US" sz="1100" dirty="0"/>
              <a:t> </a:t>
            </a:r>
            <a:r>
              <a:rPr lang="en-US" sz="1100" dirty="0" err="1"/>
              <a:t>menggunakan</a:t>
            </a:r>
            <a:r>
              <a:rPr lang="en-US" sz="1100" dirty="0"/>
              <a:t> command git push </a:t>
            </a:r>
            <a:r>
              <a:rPr lang="en-US" sz="1100" dirty="0" err="1"/>
              <a:t>untuk</a:t>
            </a:r>
            <a:r>
              <a:rPr lang="en-US" sz="1100" dirty="0"/>
              <a:t> </a:t>
            </a:r>
            <a:r>
              <a:rPr lang="en-US" sz="1100" dirty="0" err="1"/>
              <a:t>mengupload</a:t>
            </a:r>
            <a:r>
              <a:rPr lang="en-US" sz="1100" dirty="0"/>
              <a:t> content </a:t>
            </a:r>
            <a:r>
              <a:rPr lang="en-US" sz="1100" dirty="0" err="1"/>
              <a:t>dari</a:t>
            </a:r>
            <a:r>
              <a:rPr lang="en-US" sz="1100" dirty="0"/>
              <a:t> local git repository </a:t>
            </a:r>
            <a:r>
              <a:rPr lang="en-US" sz="1100" dirty="0" err="1"/>
              <a:t>kita</a:t>
            </a:r>
            <a:r>
              <a:rPr lang="en-US" sz="1100" dirty="0"/>
              <a:t> </a:t>
            </a:r>
            <a:r>
              <a:rPr lang="en-US" sz="1100" dirty="0" err="1"/>
              <a:t>ke</a:t>
            </a:r>
            <a:r>
              <a:rPr lang="en-US" sz="1100" dirty="0"/>
              <a:t> repository </a:t>
            </a:r>
            <a:r>
              <a:rPr lang="en-US" sz="1100" dirty="0" err="1"/>
              <a:t>kita</a:t>
            </a:r>
            <a:r>
              <a:rPr lang="en-US" sz="1100" dirty="0"/>
              <a:t> yang di </a:t>
            </a:r>
            <a:r>
              <a:rPr lang="en-US" sz="1100" dirty="0" err="1"/>
              <a:t>github</a:t>
            </a:r>
            <a:r>
              <a:rPr lang="en-US" sz="1100" dirty="0"/>
              <a:t>. </a:t>
            </a:r>
          </a:p>
          <a:p>
            <a:pPr marL="0" lvl="0" indent="0" algn="just" rtl="0">
              <a:lnSpc>
                <a:spcPct val="150000"/>
              </a:lnSpc>
              <a:spcBef>
                <a:spcPts val="0"/>
              </a:spcBef>
              <a:spcAft>
                <a:spcPts val="0"/>
              </a:spcAft>
              <a:buClr>
                <a:schemeClr val="dk1"/>
              </a:buClr>
              <a:buSzPts val="1100"/>
              <a:buFont typeface="Arial"/>
              <a:buNone/>
            </a:pPr>
            <a:endParaRPr lang="en-US" sz="1100" dirty="0"/>
          </a:p>
          <a:p>
            <a:pPr marL="0" lvl="0" indent="0" algn="just" rtl="0">
              <a:lnSpc>
                <a:spcPct val="150000"/>
              </a:lnSpc>
              <a:spcBef>
                <a:spcPts val="0"/>
              </a:spcBef>
              <a:spcAft>
                <a:spcPts val="0"/>
              </a:spcAft>
              <a:buClr>
                <a:schemeClr val="dk1"/>
              </a:buClr>
              <a:buSzPts val="1100"/>
              <a:buFont typeface="Arial"/>
              <a:buNone/>
            </a:pPr>
            <a:endParaRPr lang="en-US" sz="110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ID" dirty="0"/>
          </a:p>
        </p:txBody>
      </p:sp>
    </p:spTree>
    <p:extLst>
      <p:ext uri="{BB962C8B-B14F-4D97-AF65-F5344CB8AC3E}">
        <p14:creationId xmlns:p14="http://schemas.microsoft.com/office/powerpoint/2010/main" val="1150779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dirty="0"/>
              <a:t>ok </a:t>
            </a:r>
            <a:r>
              <a:rPr lang="en-US" sz="1100" b="0" dirty="0" err="1"/>
              <a:t>jadi</a:t>
            </a:r>
            <a:r>
              <a:rPr lang="en-US" sz="1100" b="0" dirty="0"/>
              <a:t> </a:t>
            </a:r>
            <a:r>
              <a:rPr lang="en-US" sz="1100" b="0" dirty="0" err="1"/>
              <a:t>ini</a:t>
            </a:r>
            <a:r>
              <a:rPr lang="en-US" sz="1100" b="0" dirty="0"/>
              <a:t> </a:t>
            </a:r>
            <a:r>
              <a:rPr lang="en-US" sz="1100" b="0" dirty="0" err="1"/>
              <a:t>adalah</a:t>
            </a:r>
            <a:r>
              <a:rPr lang="en-US" sz="1100" b="0" dirty="0"/>
              <a:t> command yang </a:t>
            </a:r>
            <a:r>
              <a:rPr lang="en-US" sz="1100" b="0" dirty="0" err="1"/>
              <a:t>akan</a:t>
            </a:r>
            <a:r>
              <a:rPr lang="en-US" sz="1100" b="0" dirty="0"/>
              <a:t> </a:t>
            </a:r>
            <a:r>
              <a:rPr lang="en-US" sz="1100" b="0" dirty="0" err="1"/>
              <a:t>kita</a:t>
            </a:r>
            <a:r>
              <a:rPr lang="en-US" sz="1100" b="0" dirty="0"/>
              <a:t> </a:t>
            </a:r>
            <a:r>
              <a:rPr lang="en-US" sz="1100" b="0" dirty="0" err="1"/>
              <a:t>gunakan</a:t>
            </a:r>
            <a:r>
              <a:rPr lang="en-US" sz="1100" b="0" dirty="0"/>
              <a:t> </a:t>
            </a:r>
            <a:r>
              <a:rPr lang="en-US" sz="1100" b="0" dirty="0" err="1"/>
              <a:t>untuk</a:t>
            </a:r>
            <a:r>
              <a:rPr lang="en-US" sz="1100" b="0" dirty="0"/>
              <a:t> </a:t>
            </a:r>
            <a:r>
              <a:rPr lang="en-US" sz="1100" b="0" dirty="0" err="1"/>
              <a:t>dapat</a:t>
            </a:r>
            <a:r>
              <a:rPr lang="en-US" sz="1100" b="0" dirty="0"/>
              <a:t> </a:t>
            </a:r>
            <a:r>
              <a:rPr lang="fi-FI" sz="1100" dirty="0"/>
              <a:t>mengupload local repository kita ke repository kita yang digithub.</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dirty="0"/>
              <a:t>Mari </a:t>
            </a:r>
            <a:r>
              <a:rPr lang="en-US" sz="1100" b="0" dirty="0" err="1"/>
              <a:t>sekarang</a:t>
            </a:r>
            <a:r>
              <a:rPr lang="en-US" sz="1100" b="0" dirty="0"/>
              <a:t> </a:t>
            </a:r>
            <a:r>
              <a:rPr lang="en-US" sz="1100" b="0" dirty="0" err="1"/>
              <a:t>langsung</a:t>
            </a:r>
            <a:r>
              <a:rPr lang="en-US" sz="1100" b="0" dirty="0"/>
              <a:t> </a:t>
            </a:r>
            <a:r>
              <a:rPr lang="en-US" sz="1100" b="0" dirty="0" err="1"/>
              <a:t>saja</a:t>
            </a:r>
            <a:r>
              <a:rPr lang="en-US" sz="1100" b="0" dirty="0"/>
              <a:t> </a:t>
            </a:r>
            <a:r>
              <a:rPr lang="en-US" sz="1100" b="0" dirty="0" err="1"/>
              <a:t>kita</a:t>
            </a:r>
            <a:r>
              <a:rPr lang="en-US" sz="1100" b="0" dirty="0"/>
              <a:t> </a:t>
            </a:r>
            <a:r>
              <a:rPr lang="en-US" sz="1100" b="0" dirty="0" err="1"/>
              <a:t>praktikkan</a:t>
            </a:r>
            <a:r>
              <a:rPr lang="en-US" sz="1100" b="0" dirty="0"/>
              <a:t>.</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D" b="1" dirty="0"/>
              <a:t>(Live Code Git Push)</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dirty="0"/>
          </a:p>
          <a:p>
            <a:pPr marL="158750" indent="0">
              <a:buNone/>
            </a:pPr>
            <a:endParaRPr lang="en-ID" dirty="0"/>
          </a:p>
        </p:txBody>
      </p:sp>
    </p:spTree>
    <p:extLst>
      <p:ext uri="{BB962C8B-B14F-4D97-AF65-F5344CB8AC3E}">
        <p14:creationId xmlns:p14="http://schemas.microsoft.com/office/powerpoint/2010/main" val="3863578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
                <a:srgbClr val="000000"/>
              </a:buClr>
              <a:buSzPts val="1100"/>
              <a:buFont typeface="Arial"/>
              <a:buNone/>
              <a:tabLst/>
              <a:defRPr/>
            </a:pPr>
            <a:r>
              <a:rPr lang="en-US" sz="1100" dirty="0"/>
              <a:t>Setelah </a:t>
            </a:r>
            <a:r>
              <a:rPr lang="en-US" sz="1100" dirty="0" err="1"/>
              <a:t>kita</a:t>
            </a:r>
            <a:r>
              <a:rPr lang="en-US" sz="1100" dirty="0"/>
              <a:t> </a:t>
            </a:r>
            <a:r>
              <a:rPr lang="en-US" sz="1100" dirty="0" err="1"/>
              <a:t>sudah</a:t>
            </a:r>
            <a:r>
              <a:rPr lang="en-US" sz="1100" dirty="0"/>
              <a:t> </a:t>
            </a:r>
            <a:r>
              <a:rPr lang="en-US" sz="1100" dirty="0" err="1"/>
              <a:t>mengupload</a:t>
            </a:r>
            <a:r>
              <a:rPr lang="en-US" sz="1100" dirty="0"/>
              <a:t> local repo </a:t>
            </a:r>
            <a:r>
              <a:rPr lang="en-US" sz="1100" dirty="0" err="1"/>
              <a:t>kita</a:t>
            </a:r>
            <a:r>
              <a:rPr lang="en-US" sz="1100" dirty="0"/>
              <a:t> </a:t>
            </a:r>
            <a:r>
              <a:rPr lang="en-US" sz="1100" dirty="0" err="1"/>
              <a:t>ke</a:t>
            </a:r>
            <a:r>
              <a:rPr lang="en-US" sz="1100" dirty="0"/>
              <a:t> repo </a:t>
            </a:r>
            <a:r>
              <a:rPr lang="en-US" sz="1100" dirty="0" err="1"/>
              <a:t>kita</a:t>
            </a:r>
            <a:r>
              <a:rPr lang="en-US" sz="1100" dirty="0"/>
              <a:t> yang di </a:t>
            </a:r>
            <a:r>
              <a:rPr lang="en-US" sz="1100" dirty="0" err="1"/>
              <a:t>github</a:t>
            </a:r>
            <a:r>
              <a:rPr lang="en-US" sz="1100" dirty="0"/>
              <a:t>, </a:t>
            </a:r>
            <a:r>
              <a:rPr lang="en-US" sz="1100" dirty="0" err="1"/>
              <a:t>sekarang</a:t>
            </a:r>
            <a:r>
              <a:rPr lang="en-US" sz="1100" dirty="0"/>
              <a:t> </a:t>
            </a:r>
            <a:r>
              <a:rPr lang="en-US" sz="1100" dirty="0" err="1"/>
              <a:t>kita</a:t>
            </a:r>
            <a:r>
              <a:rPr lang="en-US" sz="1100" dirty="0"/>
              <a:t> </a:t>
            </a:r>
            <a:r>
              <a:rPr lang="en-US" sz="1100" dirty="0" err="1"/>
              <a:t>akan</a:t>
            </a:r>
            <a:r>
              <a:rPr lang="en-US" sz="1100" dirty="0"/>
              <a:t> </a:t>
            </a:r>
            <a:r>
              <a:rPr lang="en-US" sz="1100" dirty="0" err="1"/>
              <a:t>menggunakan</a:t>
            </a:r>
            <a:r>
              <a:rPr lang="en-US" sz="1100" dirty="0"/>
              <a:t> command git clone </a:t>
            </a:r>
            <a:r>
              <a:rPr lang="sv-SE" sz="1100" dirty="0"/>
              <a:t>untuk menargetkan repo kita yang di github dan membuat clone, atau salinan dari repo tersebut di komputer kita kembali</a:t>
            </a:r>
            <a:r>
              <a:rPr lang="en-US" sz="1100" dirty="0"/>
              <a:t>. </a:t>
            </a:r>
          </a:p>
          <a:p>
            <a:pPr marL="0" lvl="0" indent="0" algn="just" rtl="0">
              <a:lnSpc>
                <a:spcPct val="150000"/>
              </a:lnSpc>
              <a:spcBef>
                <a:spcPts val="0"/>
              </a:spcBef>
              <a:spcAft>
                <a:spcPts val="0"/>
              </a:spcAft>
              <a:buSzPts val="1100"/>
              <a:buNone/>
            </a:pPr>
            <a:endParaRPr lang="en-US" sz="1100" dirty="0"/>
          </a:p>
          <a:p>
            <a:pPr marL="0" lvl="0" indent="0" algn="just" rtl="0">
              <a:lnSpc>
                <a:spcPct val="150000"/>
              </a:lnSpc>
              <a:spcBef>
                <a:spcPts val="0"/>
              </a:spcBef>
              <a:spcAft>
                <a:spcPts val="0"/>
              </a:spcAft>
              <a:buSzPts val="1100"/>
              <a:buNone/>
            </a:pPr>
            <a:r>
              <a:rPr lang="en-US" sz="1100" dirty="0"/>
              <a:t>Dimana </a:t>
            </a:r>
            <a:r>
              <a:rPr lang="en-US" sz="1100" dirty="0" err="1"/>
              <a:t>sekarang</a:t>
            </a:r>
            <a:r>
              <a:rPr lang="en-US" sz="1100" dirty="0"/>
              <a:t>, </a:t>
            </a:r>
            <a:r>
              <a:rPr lang="en-US" sz="1100" dirty="0" err="1"/>
              <a:t>kita</a:t>
            </a:r>
            <a:r>
              <a:rPr lang="en-US" sz="1100" dirty="0"/>
              <a:t> </a:t>
            </a:r>
            <a:r>
              <a:rPr lang="en-US" sz="1100" dirty="0" err="1"/>
              <a:t>akan</a:t>
            </a:r>
            <a:r>
              <a:rPr lang="en-US" sz="1100" dirty="0"/>
              <a:t> </a:t>
            </a:r>
            <a:r>
              <a:rPr lang="en-US" sz="1100" dirty="0" err="1"/>
              <a:t>menggunakan</a:t>
            </a:r>
            <a:r>
              <a:rPr lang="en-US" sz="1100" dirty="0"/>
              <a:t> </a:t>
            </a:r>
            <a:r>
              <a:rPr lang="en-US" sz="1100" dirty="0" err="1"/>
              <a:t>akun</a:t>
            </a:r>
            <a:r>
              <a:rPr lang="en-US" sz="1100" dirty="0"/>
              <a:t> </a:t>
            </a:r>
            <a:r>
              <a:rPr lang="en-US" sz="1100" dirty="0" err="1"/>
              <a:t>github</a:t>
            </a:r>
            <a:r>
              <a:rPr lang="en-US" sz="1100" dirty="0"/>
              <a:t> yang </a:t>
            </a:r>
            <a:r>
              <a:rPr lang="en-US" sz="1100" dirty="0" err="1"/>
              <a:t>berbeda</a:t>
            </a:r>
            <a:r>
              <a:rPr lang="en-US" sz="1100" dirty="0"/>
              <a:t> </a:t>
            </a:r>
            <a:r>
              <a:rPr lang="en-US" sz="1100" dirty="0" err="1"/>
              <a:t>saat</a:t>
            </a:r>
            <a:r>
              <a:rPr lang="en-US" sz="1100" dirty="0"/>
              <a:t> </a:t>
            </a:r>
            <a:r>
              <a:rPr lang="en-US" sz="1100" dirty="0" err="1"/>
              <a:t>melakukan</a:t>
            </a:r>
            <a:r>
              <a:rPr lang="en-US" sz="1100" dirty="0"/>
              <a:t> clone, </a:t>
            </a:r>
            <a:r>
              <a:rPr lang="en-US" sz="1100" dirty="0" err="1"/>
              <a:t>untuk</a:t>
            </a:r>
            <a:r>
              <a:rPr lang="en-US" sz="1100" dirty="0"/>
              <a:t> </a:t>
            </a:r>
            <a:r>
              <a:rPr lang="en-US" sz="1100" dirty="0" err="1"/>
              <a:t>merepresentasikan</a:t>
            </a:r>
            <a:r>
              <a:rPr lang="en-US" sz="1100" dirty="0"/>
              <a:t> </a:t>
            </a:r>
            <a:r>
              <a:rPr lang="en-US" sz="1100" dirty="0" err="1"/>
              <a:t>kolaborasi</a:t>
            </a:r>
            <a:r>
              <a:rPr lang="en-US" sz="1100" dirty="0"/>
              <a:t> </a:t>
            </a:r>
            <a:r>
              <a:rPr lang="en-US" sz="1100" dirty="0" err="1"/>
              <a:t>antar</a:t>
            </a:r>
            <a:r>
              <a:rPr lang="en-US" sz="1100" dirty="0"/>
              <a:t> </a:t>
            </a:r>
            <a:r>
              <a:rPr lang="en-US" sz="1100" dirty="0" err="1"/>
              <a:t>anggota</a:t>
            </a:r>
            <a:r>
              <a:rPr lang="en-US" sz="1100" dirty="0"/>
              <a:t> team. </a:t>
            </a:r>
            <a:r>
              <a:rPr lang="en-US" sz="1100" dirty="0" err="1"/>
              <a:t>Akun</a:t>
            </a:r>
            <a:r>
              <a:rPr lang="en-US" sz="1100" dirty="0"/>
              <a:t> </a:t>
            </a:r>
            <a:r>
              <a:rPr lang="en-US" sz="1100" dirty="0" err="1"/>
              <a:t>pertama</a:t>
            </a:r>
            <a:r>
              <a:rPr lang="en-US" sz="1100" dirty="0"/>
              <a:t> yang </a:t>
            </a:r>
            <a:r>
              <a:rPr lang="en-US" sz="1100" dirty="0" err="1"/>
              <a:t>kita</a:t>
            </a:r>
            <a:r>
              <a:rPr lang="en-US" sz="1100" dirty="0"/>
              <a:t> </a:t>
            </a:r>
            <a:r>
              <a:rPr lang="en-US" sz="1100" dirty="0" err="1"/>
              <a:t>gunakan</a:t>
            </a:r>
            <a:r>
              <a:rPr lang="en-US" sz="1100" dirty="0"/>
              <a:t> </a:t>
            </a:r>
            <a:r>
              <a:rPr lang="en-US" sz="1100" dirty="0" err="1"/>
              <a:t>untuk</a:t>
            </a:r>
            <a:r>
              <a:rPr lang="en-US" sz="1100" dirty="0"/>
              <a:t> </a:t>
            </a:r>
            <a:r>
              <a:rPr lang="en-US" sz="1100" dirty="0" err="1"/>
              <a:t>menyimpan</a:t>
            </a:r>
            <a:r>
              <a:rPr lang="en-US" sz="1100" dirty="0"/>
              <a:t> dan </a:t>
            </a:r>
            <a:r>
              <a:rPr lang="en-US" sz="1100" dirty="0" err="1"/>
              <a:t>mengupload</a:t>
            </a:r>
            <a:r>
              <a:rPr lang="en-US" sz="1100" dirty="0"/>
              <a:t> </a:t>
            </a:r>
            <a:r>
              <a:rPr lang="en-US" sz="1100" dirty="0" err="1"/>
              <a:t>projectnya</a:t>
            </a:r>
            <a:r>
              <a:rPr lang="en-US" sz="1100" dirty="0"/>
              <a:t>, </a:t>
            </a:r>
            <a:r>
              <a:rPr lang="en-US" sz="1100" dirty="0" err="1"/>
              <a:t>dapat</a:t>
            </a:r>
            <a:r>
              <a:rPr lang="en-US" sz="1100" dirty="0"/>
              <a:t> </a:t>
            </a:r>
            <a:r>
              <a:rPr lang="en-US" sz="1100" dirty="0" err="1"/>
              <a:t>kita</a:t>
            </a:r>
            <a:r>
              <a:rPr lang="en-US" sz="1100" dirty="0"/>
              <a:t> </a:t>
            </a:r>
            <a:r>
              <a:rPr lang="en-US" sz="1100" dirty="0" err="1"/>
              <a:t>anggap</a:t>
            </a:r>
            <a:r>
              <a:rPr lang="en-US" sz="1100" dirty="0"/>
              <a:t> </a:t>
            </a:r>
            <a:r>
              <a:rPr lang="en-US" sz="1100" dirty="0" err="1"/>
              <a:t>sebagai</a:t>
            </a:r>
            <a:r>
              <a:rPr lang="en-US" sz="1100" dirty="0"/>
              <a:t> leader </a:t>
            </a:r>
            <a:r>
              <a:rPr lang="en-US" sz="1100" dirty="0" err="1"/>
              <a:t>dari</a:t>
            </a:r>
            <a:r>
              <a:rPr lang="en-US" sz="1100" dirty="0"/>
              <a:t> </a:t>
            </a:r>
            <a:r>
              <a:rPr lang="en-US" sz="1100" dirty="0" err="1"/>
              <a:t>projectnya</a:t>
            </a:r>
            <a:r>
              <a:rPr lang="en-US" sz="1100" dirty="0"/>
              <a:t>. </a:t>
            </a:r>
            <a:r>
              <a:rPr lang="en-US" sz="1100" dirty="0" err="1"/>
              <a:t>Kemudian</a:t>
            </a:r>
            <a:r>
              <a:rPr lang="en-US" sz="1100" dirty="0"/>
              <a:t> </a:t>
            </a:r>
            <a:r>
              <a:rPr lang="en-US" sz="1100" dirty="0" err="1"/>
              <a:t>akun</a:t>
            </a:r>
            <a:r>
              <a:rPr lang="en-US" sz="1100" dirty="0"/>
              <a:t> </a:t>
            </a:r>
            <a:r>
              <a:rPr lang="en-US" sz="1100" dirty="0" err="1"/>
              <a:t>kedua</a:t>
            </a:r>
            <a:r>
              <a:rPr lang="en-US" sz="1100" dirty="0"/>
              <a:t> yang </a:t>
            </a:r>
            <a:r>
              <a:rPr lang="en-US" sz="1100" dirty="0" err="1"/>
              <a:t>akan</a:t>
            </a:r>
            <a:r>
              <a:rPr lang="en-US" sz="1100" dirty="0"/>
              <a:t> meng-copy project </a:t>
            </a:r>
            <a:r>
              <a:rPr lang="en-US" sz="1100" dirty="0" err="1"/>
              <a:t>tersebut</a:t>
            </a:r>
            <a:r>
              <a:rPr lang="en-US" sz="1100" dirty="0"/>
              <a:t> </a:t>
            </a:r>
            <a:r>
              <a:rPr lang="en-US" sz="1100" dirty="0" err="1"/>
              <a:t>dengan</a:t>
            </a:r>
            <a:r>
              <a:rPr lang="en-US" sz="1100" dirty="0"/>
              <a:t> </a:t>
            </a:r>
            <a:r>
              <a:rPr lang="en-US" sz="1100" dirty="0" err="1"/>
              <a:t>menggunakan</a:t>
            </a:r>
            <a:r>
              <a:rPr lang="en-US" sz="1100" dirty="0"/>
              <a:t> command git clone, </a:t>
            </a:r>
            <a:r>
              <a:rPr lang="en-US" sz="1100" dirty="0" err="1"/>
              <a:t>dapat</a:t>
            </a:r>
            <a:r>
              <a:rPr lang="en-US" sz="1100" dirty="0"/>
              <a:t> </a:t>
            </a:r>
            <a:r>
              <a:rPr lang="en-US" sz="1100" dirty="0" err="1"/>
              <a:t>kita</a:t>
            </a:r>
            <a:r>
              <a:rPr lang="en-US" sz="1100" dirty="0"/>
              <a:t> </a:t>
            </a:r>
            <a:r>
              <a:rPr lang="en-US" sz="1100" dirty="0" err="1"/>
              <a:t>anggap</a:t>
            </a:r>
            <a:r>
              <a:rPr lang="en-US" sz="1100" dirty="0"/>
              <a:t> </a:t>
            </a:r>
            <a:r>
              <a:rPr lang="en-US" sz="1100" dirty="0" err="1"/>
              <a:t>sebagai</a:t>
            </a:r>
            <a:r>
              <a:rPr lang="en-US" sz="1100" dirty="0"/>
              <a:t> </a:t>
            </a:r>
            <a:r>
              <a:rPr lang="en-US" sz="1100" dirty="0" err="1"/>
              <a:t>anggota</a:t>
            </a:r>
            <a:r>
              <a:rPr lang="en-US" sz="1100" dirty="0"/>
              <a:t> </a:t>
            </a:r>
            <a:r>
              <a:rPr lang="en-US" sz="1100" dirty="0" err="1"/>
              <a:t>dari</a:t>
            </a:r>
            <a:r>
              <a:rPr lang="en-US" sz="1100" dirty="0"/>
              <a:t> </a:t>
            </a:r>
            <a:r>
              <a:rPr lang="en-US" sz="1100" dirty="0" err="1"/>
              <a:t>projectnya</a:t>
            </a:r>
            <a:r>
              <a:rPr lang="en-US" sz="1100" dirty="0"/>
              <a:t>. </a:t>
            </a:r>
          </a:p>
        </p:txBody>
      </p:sp>
    </p:spTree>
    <p:extLst>
      <p:ext uri="{BB962C8B-B14F-4D97-AF65-F5344CB8AC3E}">
        <p14:creationId xmlns:p14="http://schemas.microsoft.com/office/powerpoint/2010/main" val="1461700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dirty="0"/>
              <a:t>ok </a:t>
            </a:r>
            <a:r>
              <a:rPr lang="en-US" sz="1100" b="0" dirty="0" err="1"/>
              <a:t>jadi</a:t>
            </a:r>
            <a:r>
              <a:rPr lang="en-US" sz="1100" b="0" dirty="0"/>
              <a:t> </a:t>
            </a:r>
            <a:r>
              <a:rPr lang="en-US" sz="1100" b="0" dirty="0" err="1"/>
              <a:t>ini</a:t>
            </a:r>
            <a:r>
              <a:rPr lang="en-US" sz="1100" b="0" dirty="0"/>
              <a:t> </a:t>
            </a:r>
            <a:r>
              <a:rPr lang="en-US" sz="1100" b="0" dirty="0" err="1"/>
              <a:t>adalah</a:t>
            </a:r>
            <a:r>
              <a:rPr lang="en-US" sz="1100" b="0" dirty="0"/>
              <a:t> command yang </a:t>
            </a:r>
            <a:r>
              <a:rPr lang="en-US" sz="1100" b="0" dirty="0" err="1"/>
              <a:t>akan</a:t>
            </a:r>
            <a:r>
              <a:rPr lang="en-US" sz="1100" b="0" dirty="0"/>
              <a:t> </a:t>
            </a:r>
            <a:r>
              <a:rPr lang="en-US" sz="1100" b="0" dirty="0" err="1"/>
              <a:t>kita</a:t>
            </a:r>
            <a:r>
              <a:rPr lang="en-US" sz="1100" b="0" dirty="0"/>
              <a:t> </a:t>
            </a:r>
            <a:r>
              <a:rPr lang="en-US" sz="1100" b="0" dirty="0" err="1"/>
              <a:t>gunakan</a:t>
            </a:r>
            <a:r>
              <a:rPr lang="en-US" sz="1100" b="0" dirty="0"/>
              <a:t> </a:t>
            </a:r>
            <a:r>
              <a:rPr lang="en-US" sz="1100" b="0" dirty="0" err="1"/>
              <a:t>untuk</a:t>
            </a:r>
            <a:r>
              <a:rPr lang="en-US" sz="1100" b="0" dirty="0"/>
              <a:t> </a:t>
            </a:r>
            <a:r>
              <a:rPr lang="en-US" sz="1100" b="0" dirty="0" err="1"/>
              <a:t>dapat</a:t>
            </a:r>
            <a:r>
              <a:rPr lang="en-US" sz="1100" b="0" dirty="0"/>
              <a:t> </a:t>
            </a:r>
            <a:r>
              <a:rPr lang="sv-SE" sz="1100" dirty="0"/>
              <a:t>menargetkan repo kita yang ada di github akun pertama kita dan membuat clone, atau salinan dari repo tersebut di komputer kita menggunakan akun github yang kedua</a:t>
            </a:r>
            <a:r>
              <a:rPr lang="en-US" sz="1100" dirty="0"/>
              <a:t>.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dirty="0"/>
              <a:t>Mari </a:t>
            </a:r>
            <a:r>
              <a:rPr lang="en-US" sz="1100" b="0" dirty="0" err="1"/>
              <a:t>sekarang</a:t>
            </a:r>
            <a:r>
              <a:rPr lang="en-US" sz="1100" b="0" dirty="0"/>
              <a:t> </a:t>
            </a:r>
            <a:r>
              <a:rPr lang="en-US" sz="1100" b="0" dirty="0" err="1"/>
              <a:t>langsung</a:t>
            </a:r>
            <a:r>
              <a:rPr lang="en-US" sz="1100" b="0" dirty="0"/>
              <a:t> </a:t>
            </a:r>
            <a:r>
              <a:rPr lang="en-US" sz="1100" b="0" dirty="0" err="1"/>
              <a:t>saja</a:t>
            </a:r>
            <a:r>
              <a:rPr lang="en-US" sz="1100" b="0" dirty="0"/>
              <a:t> </a:t>
            </a:r>
            <a:r>
              <a:rPr lang="en-US" sz="1100" b="0" dirty="0" err="1"/>
              <a:t>kita</a:t>
            </a:r>
            <a:r>
              <a:rPr lang="en-US" sz="1100" b="0" dirty="0"/>
              <a:t> </a:t>
            </a:r>
            <a:r>
              <a:rPr lang="en-US" sz="1100" b="0" dirty="0" err="1"/>
              <a:t>praktikkan</a:t>
            </a:r>
            <a:r>
              <a:rPr lang="en-US" sz="1100" b="0" dirty="0"/>
              <a:t>.</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D" b="1" dirty="0"/>
              <a:t>(Live Code Git Clone)</a:t>
            </a:r>
          </a:p>
          <a:p>
            <a:pPr marL="158750" indent="0">
              <a:buNone/>
            </a:pPr>
            <a:endParaRPr lang="en-ID" dirty="0"/>
          </a:p>
        </p:txBody>
      </p:sp>
    </p:spTree>
    <p:extLst>
      <p:ext uri="{BB962C8B-B14F-4D97-AF65-F5344CB8AC3E}">
        <p14:creationId xmlns:p14="http://schemas.microsoft.com/office/powerpoint/2010/main" val="7050506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err="1"/>
              <a:t>Melanjuti</a:t>
            </a:r>
            <a:r>
              <a:rPr lang="en-US" sz="1400" dirty="0"/>
              <a:t> </a:t>
            </a:r>
            <a:r>
              <a:rPr lang="en-US" sz="1400" dirty="0" err="1"/>
              <a:t>sesi</a:t>
            </a:r>
            <a:r>
              <a:rPr lang="en-US" sz="1400" dirty="0"/>
              <a:t> </a:t>
            </a:r>
            <a:r>
              <a:rPr lang="en-US" sz="1400" dirty="0" err="1"/>
              <a:t>materi</a:t>
            </a:r>
            <a:r>
              <a:rPr lang="en-US" sz="1400" dirty="0"/>
              <a:t> </a:t>
            </a:r>
            <a:r>
              <a:rPr lang="en-US" sz="1400" dirty="0" err="1"/>
              <a:t>Github</a:t>
            </a:r>
            <a:r>
              <a:rPr lang="en-US" sz="1400" dirty="0"/>
              <a:t>,</a:t>
            </a:r>
          </a:p>
          <a:p>
            <a:pPr marL="0" lvl="0" indent="0" algn="l" rtl="0">
              <a:lnSpc>
                <a:spcPct val="100000"/>
              </a:lnSpc>
              <a:spcBef>
                <a:spcPts val="0"/>
              </a:spcBef>
              <a:spcAft>
                <a:spcPts val="0"/>
              </a:spcAft>
              <a:buSzPts val="1100"/>
              <a:buNone/>
            </a:pPr>
            <a:endParaRPr lang="en-US" sz="14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err="1"/>
              <a:t>Sekarang</a:t>
            </a:r>
            <a:r>
              <a:rPr lang="en-US" sz="1400" dirty="0"/>
              <a:t> </a:t>
            </a:r>
            <a:r>
              <a:rPr lang="en-US" sz="1400" dirty="0" err="1"/>
              <a:t>kita</a:t>
            </a:r>
            <a:r>
              <a:rPr lang="en-US" sz="1400" dirty="0"/>
              <a:t> </a:t>
            </a:r>
            <a:r>
              <a:rPr lang="en-US" sz="1400" dirty="0" err="1"/>
              <a:t>akan</a:t>
            </a:r>
            <a:r>
              <a:rPr lang="en-US" sz="1400" dirty="0"/>
              <a:t> </a:t>
            </a:r>
            <a:r>
              <a:rPr lang="en-US" sz="1400" dirty="0" err="1"/>
              <a:t>membahas</a:t>
            </a:r>
            <a:r>
              <a:rPr lang="en-US" sz="1400" dirty="0"/>
              <a:t> </a:t>
            </a:r>
            <a:r>
              <a:rPr lang="en-US" sz="1400" dirty="0" err="1"/>
              <a:t>bagaimana</a:t>
            </a:r>
            <a:r>
              <a:rPr lang="en-US" sz="1400" dirty="0"/>
              <a:t> </a:t>
            </a:r>
            <a:r>
              <a:rPr lang="en-US" sz="1400" dirty="0" err="1"/>
              <a:t>cara</a:t>
            </a:r>
            <a:r>
              <a:rPr lang="en-US" sz="1400" dirty="0"/>
              <a:t> </a:t>
            </a:r>
            <a:r>
              <a:rPr lang="en-US" sz="1400" dirty="0" err="1"/>
              <a:t>untuk</a:t>
            </a:r>
            <a:r>
              <a:rPr lang="en-US" sz="1400" dirty="0"/>
              <a:t> </a:t>
            </a:r>
            <a:r>
              <a:rPr lang="en-US" sz="1400" dirty="0" err="1"/>
              <a:t>melakukan</a:t>
            </a:r>
            <a:r>
              <a:rPr lang="en-US" sz="1400" dirty="0"/>
              <a:t> </a:t>
            </a:r>
            <a:r>
              <a:rPr lang="en-US" sz="1400" dirty="0" err="1"/>
              <a:t>kolaborasi</a:t>
            </a:r>
            <a:r>
              <a:rPr lang="en-US" sz="1400" dirty="0"/>
              <a:t> </a:t>
            </a:r>
            <a:r>
              <a:rPr lang="en-US" sz="1400" dirty="0" err="1"/>
              <a:t>dengan</a:t>
            </a:r>
            <a:r>
              <a:rPr lang="en-US" sz="1400" dirty="0"/>
              <a:t> </a:t>
            </a:r>
            <a:r>
              <a:rPr lang="en-US" sz="1400" dirty="0" err="1"/>
              <a:t>github</a:t>
            </a:r>
            <a:r>
              <a:rPr lang="en-US" sz="1400" dirty="0"/>
              <a:t>.</a:t>
            </a:r>
          </a:p>
          <a:p>
            <a:pPr marL="0" lvl="0" indent="0" algn="l" rtl="0">
              <a:lnSpc>
                <a:spcPct val="100000"/>
              </a:lnSpc>
              <a:spcBef>
                <a:spcPts val="0"/>
              </a:spcBef>
              <a:spcAft>
                <a:spcPts val="0"/>
              </a:spcAft>
              <a:buSzPts val="1100"/>
              <a:buNone/>
            </a:pPr>
            <a:endParaRPr lang="en-US" sz="1400" dirty="0"/>
          </a:p>
          <a:p>
            <a:pPr marL="0" lvl="0" indent="0" algn="l" rtl="0">
              <a:lnSpc>
                <a:spcPct val="100000"/>
              </a:lnSpc>
              <a:spcBef>
                <a:spcPts val="0"/>
              </a:spcBef>
              <a:spcAft>
                <a:spcPts val="0"/>
              </a:spcAft>
              <a:buSzPts val="1100"/>
              <a:buNone/>
            </a:pPr>
            <a:r>
              <a:rPr lang="en-US" sz="1400" dirty="0"/>
              <a:t>.</a:t>
            </a:r>
            <a:endParaRPr sz="1400" dirty="0"/>
          </a:p>
        </p:txBody>
      </p:sp>
    </p:spTree>
    <p:extLst>
      <p:ext uri="{BB962C8B-B14F-4D97-AF65-F5344CB8AC3E}">
        <p14:creationId xmlns:p14="http://schemas.microsoft.com/office/powerpoint/2010/main" val="1374616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just" rtl="0">
              <a:spcBef>
                <a:spcPts val="0"/>
              </a:spcBef>
              <a:spcAft>
                <a:spcPts val="0"/>
              </a:spcAft>
              <a:buNone/>
            </a:pPr>
            <a:r>
              <a:rPr lang="en-ID" sz="1800" b="0" i="0" u="none" strike="noStrike" dirty="0">
                <a:solidFill>
                  <a:srgbClr val="000000"/>
                </a:solidFill>
                <a:effectLst/>
                <a:latin typeface="Arial" panose="020B0604020202020204" pitchFamily="34" charset="0"/>
              </a:rPr>
              <a:t>Setelah </a:t>
            </a:r>
            <a:r>
              <a:rPr lang="en-ID" sz="1800" b="0" i="0" u="none" strike="noStrike" dirty="0" err="1">
                <a:solidFill>
                  <a:srgbClr val="000000"/>
                </a:solidFill>
                <a:effectLst/>
                <a:latin typeface="Arial" panose="020B0604020202020204" pitchFamily="34" charset="0"/>
              </a:rPr>
              <a:t>keduanya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sudah</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memiliki</a:t>
            </a:r>
            <a:r>
              <a:rPr lang="en-ID" sz="1800" b="0" i="0" u="none" strike="noStrike" dirty="0">
                <a:solidFill>
                  <a:srgbClr val="000000"/>
                </a:solidFill>
                <a:effectLst/>
                <a:latin typeface="Arial" panose="020B0604020202020204" pitchFamily="34" charset="0"/>
              </a:rPr>
              <a:t> project yang </a:t>
            </a:r>
            <a:r>
              <a:rPr lang="en-ID" sz="1800" b="0" i="0" u="none" strike="noStrike" dirty="0" err="1">
                <a:solidFill>
                  <a:srgbClr val="000000"/>
                </a:solidFill>
                <a:effectLst/>
                <a:latin typeface="Arial" panose="020B0604020202020204" pitchFamily="34" charset="0"/>
              </a:rPr>
              <a:t>sama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sekarang</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mulai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berkolaborasi</a:t>
            </a:r>
            <a:r>
              <a:rPr lang="en-ID" sz="1800" b="0" i="0" u="none" strike="noStrike" dirty="0">
                <a:solidFill>
                  <a:srgbClr val="000000"/>
                </a:solidFill>
                <a:effectLst/>
                <a:latin typeface="Arial" panose="020B0604020202020204" pitchFamily="34" charset="0"/>
              </a:rPr>
              <a:t>. </a:t>
            </a:r>
          </a:p>
          <a:p>
            <a:pPr marL="158750" indent="0" algn="just" rtl="0">
              <a:spcBef>
                <a:spcPts val="0"/>
              </a:spcBef>
              <a:spcAft>
                <a:spcPts val="0"/>
              </a:spcAft>
              <a:buNone/>
            </a:pPr>
            <a:endParaRPr lang="en-ID" sz="1800" b="0"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0" i="0" u="none" strike="noStrike" dirty="0">
                <a:solidFill>
                  <a:srgbClr val="000000"/>
                </a:solidFill>
                <a:effectLst/>
                <a:latin typeface="Arial" panose="020B0604020202020204" pitchFamily="34" charset="0"/>
              </a:rPr>
              <a:t>Kita </a:t>
            </a:r>
            <a:r>
              <a:rPr lang="en-ID" sz="1800" b="0" i="0" u="none" strike="noStrike" dirty="0" err="1">
                <a:solidFill>
                  <a:srgbClr val="000000"/>
                </a:solidFill>
                <a:effectLst/>
                <a:latin typeface="Arial" panose="020B0604020202020204" pitchFamily="34" charset="0"/>
              </a:rPr>
              <a:t>akan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mulai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dari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akun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pertama</a:t>
            </a:r>
            <a:r>
              <a:rPr lang="en-ID" sz="1800" b="0" i="0" u="none" strike="noStrike" dirty="0">
                <a:solidFill>
                  <a:srgbClr val="000000"/>
                </a:solidFill>
                <a:effectLst/>
                <a:latin typeface="Arial" panose="020B0604020202020204" pitchFamily="34" charset="0"/>
              </a:rPr>
              <a:t> yang </a:t>
            </a:r>
            <a:r>
              <a:rPr lang="en-ID" sz="1800" b="0" i="0" u="none" strike="noStrike" dirty="0" err="1">
                <a:solidFill>
                  <a:srgbClr val="000000"/>
                </a:solidFill>
                <a:effectLst/>
                <a:latin typeface="Arial" panose="020B0604020202020204" pitchFamily="34" charset="0"/>
              </a:rPr>
              <a:t>akan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menambahkan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satu</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buah</a:t>
            </a:r>
            <a:r>
              <a:rPr lang="en-ID" sz="1800" b="0" i="0" u="none" strike="noStrike" dirty="0">
                <a:solidFill>
                  <a:srgbClr val="000000"/>
                </a:solidFill>
                <a:effectLst/>
                <a:latin typeface="Arial" panose="020B0604020202020204" pitchFamily="34" charset="0"/>
              </a:rPr>
              <a:t> file pada </a:t>
            </a:r>
            <a:r>
              <a:rPr lang="en-ID" sz="1800" b="0" i="0" u="none" strike="noStrike" dirty="0" err="1">
                <a:solidFill>
                  <a:srgbClr val="000000"/>
                </a:solidFill>
                <a:effectLst/>
                <a:latin typeface="Arial" panose="020B0604020202020204" pitchFamily="34" charset="0"/>
              </a:rPr>
              <a:t>projectnya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kemudian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mengupload</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hasil</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updatenya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ke</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github</a:t>
            </a:r>
            <a:r>
              <a:rPr lang="en-ID" sz="1800" b="0" i="0" u="none" strike="noStrike" dirty="0">
                <a:solidFill>
                  <a:srgbClr val="000000"/>
                </a:solidFill>
                <a:effectLst/>
                <a:latin typeface="Arial" panose="020B0604020202020204" pitchFamily="34" charset="0"/>
              </a:rPr>
              <a:t> repo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menggunakan</a:t>
            </a:r>
            <a:r>
              <a:rPr lang="en-ID" sz="1800" b="0" i="0" u="none" strike="noStrike" dirty="0">
                <a:solidFill>
                  <a:srgbClr val="000000"/>
                </a:solidFill>
                <a:effectLst/>
                <a:latin typeface="Arial" panose="020B0604020202020204" pitchFamily="34" charset="0"/>
              </a:rPr>
              <a:t> command git push </a:t>
            </a:r>
            <a:r>
              <a:rPr lang="en-ID" sz="1800" b="0" i="0" u="none" strike="noStrike" dirty="0" err="1">
                <a:solidFill>
                  <a:srgbClr val="000000"/>
                </a:solidFill>
                <a:effectLst/>
                <a:latin typeface="Arial" panose="020B0604020202020204" pitchFamily="34" charset="0"/>
              </a:rPr>
              <a:t>seperti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sebelumnya</a:t>
            </a:r>
            <a:r>
              <a:rPr lang="en-ID" sz="1800" b="0" i="0" u="none" strike="noStrike" dirty="0">
                <a:solidFill>
                  <a:srgbClr val="000000"/>
                </a:solidFill>
                <a:effectLst/>
                <a:latin typeface="Arial" panose="020B0604020202020204" pitchFamily="34" charset="0"/>
              </a:rPr>
              <a:t>. </a:t>
            </a:r>
          </a:p>
          <a:p>
            <a:pPr marL="158750" indent="0" algn="just" rtl="0">
              <a:spcBef>
                <a:spcPts val="0"/>
              </a:spcBef>
              <a:spcAft>
                <a:spcPts val="0"/>
              </a:spcAft>
              <a:buNone/>
            </a:pPr>
            <a:endParaRPr lang="en-ID" sz="1800" b="0"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0" i="0" u="none" strike="noStrike" dirty="0" err="1">
                <a:solidFill>
                  <a:srgbClr val="000000"/>
                </a:solidFill>
                <a:effectLst/>
                <a:latin typeface="Arial" panose="020B0604020202020204" pitchFamily="34" charset="0"/>
              </a:rPr>
              <a:t>Kemudian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akun</a:t>
            </a:r>
            <a:r>
              <a:rPr lang="en-ID" sz="1800" b="0" i="0" u="none" strike="noStrike" dirty="0">
                <a:solidFill>
                  <a:srgbClr val="000000"/>
                </a:solidFill>
                <a:effectLst/>
                <a:latin typeface="Arial" panose="020B0604020202020204" pitchFamily="34" charset="0"/>
              </a:rPr>
              <a:t> yang </a:t>
            </a:r>
            <a:r>
              <a:rPr lang="en-ID" sz="1800" b="0" i="0" u="none" strike="noStrike" dirty="0" err="1">
                <a:solidFill>
                  <a:srgbClr val="000000"/>
                </a:solidFill>
                <a:effectLst/>
                <a:latin typeface="Arial" panose="020B0604020202020204" pitchFamily="34" charset="0"/>
              </a:rPr>
              <a:t>kedua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mendapatkan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hasil</a:t>
            </a:r>
            <a:r>
              <a:rPr lang="en-ID" sz="1800" b="0" i="0" u="none" strike="noStrike" dirty="0">
                <a:solidFill>
                  <a:srgbClr val="000000"/>
                </a:solidFill>
                <a:effectLst/>
                <a:latin typeface="Arial" panose="020B0604020202020204" pitchFamily="34" charset="0"/>
              </a:rPr>
              <a:t> update yang </a:t>
            </a:r>
            <a:r>
              <a:rPr lang="en-ID" sz="1800" b="0" i="0" u="none" strike="noStrike" dirty="0" err="1">
                <a:solidFill>
                  <a:srgbClr val="000000"/>
                </a:solidFill>
                <a:effectLst/>
                <a:latin typeface="Arial" panose="020B0604020202020204" pitchFamily="34" charset="0"/>
              </a:rPr>
              <a:t>dibuat</a:t>
            </a:r>
            <a:r>
              <a:rPr lang="en-ID" sz="1800" b="0" i="0" u="none" strike="noStrike" dirty="0">
                <a:solidFill>
                  <a:srgbClr val="000000"/>
                </a:solidFill>
                <a:effectLst/>
                <a:latin typeface="Arial" panose="020B0604020202020204" pitchFamily="34" charset="0"/>
              </a:rPr>
              <a:t> oleh </a:t>
            </a:r>
            <a:r>
              <a:rPr lang="en-ID" sz="1800" b="0" i="0" u="none" strike="noStrike" dirty="0" err="1">
                <a:solidFill>
                  <a:srgbClr val="000000"/>
                </a:solidFill>
                <a:effectLst/>
                <a:latin typeface="Arial" panose="020B0604020202020204" pitchFamily="34" charset="0"/>
              </a:rPr>
              <a:t>akun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pertama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dari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github</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reponya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dengan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menggunakan</a:t>
            </a:r>
            <a:r>
              <a:rPr lang="en-ID" sz="1800" b="0" i="0" u="none" strike="noStrike" dirty="0">
                <a:solidFill>
                  <a:srgbClr val="000000"/>
                </a:solidFill>
                <a:effectLst/>
                <a:latin typeface="Arial" panose="020B0604020202020204" pitchFamily="34" charset="0"/>
              </a:rPr>
              <a:t> command git pull.</a:t>
            </a:r>
          </a:p>
          <a:p>
            <a:pPr marL="158750" indent="0" algn="just" rtl="0">
              <a:spcBef>
                <a:spcPts val="0"/>
              </a:spcBef>
              <a:spcAft>
                <a:spcPts val="0"/>
              </a:spcAft>
              <a:buNone/>
            </a:pPr>
            <a:endParaRPr lang="en-ID" sz="1800" b="0"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0" i="0" u="none" strike="noStrike" dirty="0">
                <a:solidFill>
                  <a:srgbClr val="000000"/>
                </a:solidFill>
                <a:effectLst/>
                <a:latin typeface="Arial" panose="020B0604020202020204" pitchFamily="34" charset="0"/>
              </a:rPr>
              <a:t>git pull </a:t>
            </a:r>
            <a:r>
              <a:rPr lang="en-ID" sz="1800" b="0" i="0" u="none" strike="noStrike" dirty="0" err="1">
                <a:solidFill>
                  <a:srgbClr val="000000"/>
                </a:solidFill>
                <a:effectLst/>
                <a:latin typeface="Arial" panose="020B0604020202020204" pitchFamily="34" charset="0"/>
              </a:rPr>
              <a:t>adalah</a:t>
            </a:r>
            <a:r>
              <a:rPr lang="en-ID" sz="1800" b="0" i="0" u="none" strike="noStrike" dirty="0">
                <a:solidFill>
                  <a:srgbClr val="000000"/>
                </a:solidFill>
                <a:effectLst/>
                <a:latin typeface="Arial" panose="020B0604020202020204" pitchFamily="34" charset="0"/>
              </a:rPr>
              <a:t> command yang </a:t>
            </a:r>
            <a:r>
              <a:rPr lang="en-ID" sz="1800" b="0" i="0" u="none" strike="noStrike" dirty="0" err="1">
                <a:solidFill>
                  <a:srgbClr val="000000"/>
                </a:solidFill>
                <a:effectLst/>
                <a:latin typeface="Arial" panose="020B0604020202020204" pitchFamily="34" charset="0"/>
              </a:rPr>
              <a:t>akan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gunakan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untuk</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mendapatkan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kondisi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terbaru</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dari</a:t>
            </a:r>
            <a:r>
              <a:rPr lang="en-ID" sz="1800" b="0" i="0" u="none" strike="noStrike" dirty="0">
                <a:solidFill>
                  <a:srgbClr val="000000"/>
                </a:solidFill>
                <a:effectLst/>
                <a:latin typeface="Arial" panose="020B0604020202020204" pitchFamily="34" charset="0"/>
              </a:rPr>
              <a:t> project yang </a:t>
            </a:r>
            <a:r>
              <a:rPr lang="en-ID" sz="1800" b="0" i="0" u="none" strike="noStrike" dirty="0" err="1">
                <a:solidFill>
                  <a:srgbClr val="000000"/>
                </a:solidFill>
                <a:effectLst/>
                <a:latin typeface="Arial" panose="020B0604020202020204" pitchFamily="34" charset="0"/>
              </a:rPr>
              <a:t>tersimpan</a:t>
            </a:r>
            <a:r>
              <a:rPr lang="en-ID" sz="1800" b="0" i="0" u="none" strike="noStrike" dirty="0">
                <a:solidFill>
                  <a:srgbClr val="000000"/>
                </a:solidFill>
                <a:effectLst/>
                <a:latin typeface="Arial" panose="020B0604020202020204" pitchFamily="34" charset="0"/>
              </a:rPr>
              <a:t> di repo </a:t>
            </a:r>
            <a:r>
              <a:rPr lang="en-ID" sz="1800" b="0" i="0" u="none" strike="noStrike" dirty="0" err="1">
                <a:solidFill>
                  <a:srgbClr val="000000"/>
                </a:solidFill>
                <a:effectLst/>
                <a:latin typeface="Arial" panose="020B0604020202020204" pitchFamily="34" charset="0"/>
              </a:rPr>
              <a:t>github</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kemudian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menerapkannya</a:t>
            </a:r>
            <a:r>
              <a:rPr lang="en-ID" sz="1800" b="0" i="0" u="none" strike="noStrike" dirty="0">
                <a:solidFill>
                  <a:srgbClr val="000000"/>
                </a:solidFill>
                <a:effectLst/>
                <a:latin typeface="Arial" panose="020B0604020202020204" pitchFamily="34" charset="0"/>
              </a:rPr>
              <a:t> di </a:t>
            </a:r>
            <a:r>
              <a:rPr lang="en-ID" sz="1800" b="0" i="0" u="none" strike="noStrike" dirty="0" err="1">
                <a:solidFill>
                  <a:srgbClr val="000000"/>
                </a:solidFill>
                <a:effectLst/>
                <a:latin typeface="Arial" panose="020B0604020202020204" pitchFamily="34" charset="0"/>
              </a:rPr>
              <a:t>komputer</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a:t>
            </a:r>
          </a:p>
          <a:p>
            <a:pPr marL="158750" indent="0" algn="just" rtl="0">
              <a:spcBef>
                <a:spcPts val="0"/>
              </a:spcBef>
              <a:spcAft>
                <a:spcPts val="0"/>
              </a:spcAft>
              <a:buNone/>
            </a:pPr>
            <a:endParaRPr lang="en-ID" sz="1800" b="0"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0" i="0" u="none" strike="noStrike" dirty="0">
                <a:solidFill>
                  <a:srgbClr val="000000"/>
                </a:solidFill>
                <a:effectLst/>
                <a:latin typeface="Arial" panose="020B0604020202020204" pitchFamily="34" charset="0"/>
              </a:rPr>
              <a:t>Mari </a:t>
            </a:r>
            <a:r>
              <a:rPr lang="en-ID" sz="1800" b="0" i="0" u="none" strike="noStrike" dirty="0" err="1">
                <a:solidFill>
                  <a:srgbClr val="000000"/>
                </a:solidFill>
                <a:effectLst/>
                <a:latin typeface="Arial" panose="020B0604020202020204" pitchFamily="34" charset="0"/>
              </a:rPr>
              <a:t>sekarang</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langsung</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saja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praktikkan</a:t>
            </a:r>
            <a:endParaRPr lang="en-ID" sz="1800" b="0"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endParaRPr lang="en-ID" sz="1800" b="1"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1" i="0" u="none" strike="noStrike" dirty="0">
                <a:solidFill>
                  <a:srgbClr val="000000"/>
                </a:solidFill>
                <a:effectLst/>
                <a:latin typeface="Arial" panose="020B0604020202020204" pitchFamily="34" charset="0"/>
              </a:rPr>
              <a:t>(Live Code : Push and Pull)</a:t>
            </a:r>
            <a:endParaRPr lang="en-ID" b="0" dirty="0">
              <a:effectLst/>
            </a:endParaRPr>
          </a:p>
          <a:p>
            <a:pPr marL="158750" indent="0">
              <a:buNone/>
            </a:pPr>
            <a:br>
              <a:rPr lang="en-ID" dirty="0"/>
            </a:br>
            <a:endParaRPr lang="en-ID" dirty="0"/>
          </a:p>
        </p:txBody>
      </p:sp>
    </p:spTree>
    <p:extLst>
      <p:ext uri="{BB962C8B-B14F-4D97-AF65-F5344CB8AC3E}">
        <p14:creationId xmlns:p14="http://schemas.microsoft.com/office/powerpoint/2010/main" val="24021921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just" rtl="0">
              <a:spcBef>
                <a:spcPts val="0"/>
              </a:spcBef>
              <a:spcAft>
                <a:spcPts val="0"/>
              </a:spcAft>
              <a:buNone/>
            </a:pPr>
            <a:r>
              <a:rPr lang="en-ID" sz="1800" b="0" i="0" u="none" strike="noStrike" dirty="0" err="1">
                <a:solidFill>
                  <a:srgbClr val="000000"/>
                </a:solidFill>
                <a:effectLst/>
                <a:latin typeface="Arial" panose="020B0604020202020204" pitchFamily="34" charset="0"/>
              </a:rPr>
              <a:t>Saat</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melakukan</a:t>
            </a:r>
            <a:r>
              <a:rPr lang="en-ID" sz="1800" b="0" i="0" u="none" strike="noStrike" dirty="0">
                <a:solidFill>
                  <a:srgbClr val="000000"/>
                </a:solidFill>
                <a:effectLst/>
                <a:latin typeface="Arial" panose="020B0604020202020204" pitchFamily="34" charset="0"/>
              </a:rPr>
              <a:t> proses </a:t>
            </a:r>
            <a:r>
              <a:rPr lang="en-ID" sz="1800" b="0" i="0" u="none" strike="noStrike" dirty="0" err="1">
                <a:solidFill>
                  <a:srgbClr val="000000"/>
                </a:solidFill>
                <a:effectLst/>
                <a:latin typeface="Arial" panose="020B0604020202020204" pitchFamily="34" charset="0"/>
              </a:rPr>
              <a:t>penggabungan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biasa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mengalami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masalah</a:t>
            </a:r>
            <a:r>
              <a:rPr lang="en-ID" sz="1800" b="0" i="0" u="none" strike="noStrike" dirty="0">
                <a:solidFill>
                  <a:srgbClr val="000000"/>
                </a:solidFill>
                <a:effectLst/>
                <a:latin typeface="Arial" panose="020B0604020202020204" pitchFamily="34" charset="0"/>
              </a:rPr>
              <a:t> yang </a:t>
            </a:r>
            <a:r>
              <a:rPr lang="en-ID" sz="1800" b="0" i="0" u="none" strike="noStrike" dirty="0" err="1">
                <a:solidFill>
                  <a:srgbClr val="000000"/>
                </a:solidFill>
                <a:effectLst/>
                <a:latin typeface="Arial" panose="020B0604020202020204" pitchFamily="34" charset="0"/>
              </a:rPr>
              <a:t>disebut</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sebagai</a:t>
            </a:r>
            <a:r>
              <a:rPr lang="en-ID" sz="1800" b="0" i="0" u="none" strike="noStrike" dirty="0">
                <a:solidFill>
                  <a:srgbClr val="000000"/>
                </a:solidFill>
                <a:effectLst/>
                <a:latin typeface="Arial" panose="020B0604020202020204" pitchFamily="34" charset="0"/>
              </a:rPr>
              <a:t> conflict. </a:t>
            </a:r>
          </a:p>
          <a:p>
            <a:pPr marL="158750" indent="0" algn="just" rtl="0">
              <a:spcBef>
                <a:spcPts val="0"/>
              </a:spcBef>
              <a:spcAft>
                <a:spcPts val="0"/>
              </a:spcAft>
              <a:buNone/>
            </a:pPr>
            <a:endParaRPr lang="en-ID" sz="1800" b="0"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0" i="0" u="none" strike="noStrike" dirty="0">
                <a:solidFill>
                  <a:srgbClr val="000000"/>
                </a:solidFill>
                <a:effectLst/>
                <a:latin typeface="Arial" panose="020B0604020202020204" pitchFamily="34" charset="0"/>
              </a:rPr>
              <a:t>Ada </a:t>
            </a:r>
            <a:r>
              <a:rPr lang="en-ID" sz="1800" b="0" i="0" u="none" strike="noStrike" dirty="0" err="1">
                <a:solidFill>
                  <a:srgbClr val="000000"/>
                </a:solidFill>
                <a:effectLst/>
                <a:latin typeface="Arial" panose="020B0604020202020204" pitchFamily="34" charset="0"/>
              </a:rPr>
              <a:t>tiga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kondisi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dimana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mengalami</a:t>
            </a:r>
            <a:r>
              <a:rPr lang="en-ID" sz="1800" b="0" i="0" u="none" strike="noStrike" dirty="0">
                <a:solidFill>
                  <a:srgbClr val="000000"/>
                </a:solidFill>
                <a:effectLst/>
                <a:latin typeface="Arial" panose="020B0604020202020204" pitchFamily="34" charset="0"/>
              </a:rPr>
              <a:t> conflict </a:t>
            </a:r>
            <a:r>
              <a:rPr lang="en-ID" sz="1800" b="0" i="0" u="none" strike="noStrike" dirty="0" err="1">
                <a:solidFill>
                  <a:srgbClr val="000000"/>
                </a:solidFill>
                <a:effectLst/>
                <a:latin typeface="Arial" panose="020B0604020202020204" pitchFamily="34" charset="0"/>
              </a:rPr>
              <a:t>saat</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hendak</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melakukan</a:t>
            </a:r>
            <a:r>
              <a:rPr lang="en-ID" sz="1800" b="0" i="0" u="none" strike="noStrike" dirty="0">
                <a:solidFill>
                  <a:srgbClr val="000000"/>
                </a:solidFill>
                <a:effectLst/>
                <a:latin typeface="Arial" panose="020B0604020202020204" pitchFamily="34" charset="0"/>
              </a:rPr>
              <a:t> proses merge </a:t>
            </a:r>
            <a:r>
              <a:rPr lang="en-ID" sz="1800" b="0" i="0" u="none" strike="noStrike" dirty="0" err="1">
                <a:solidFill>
                  <a:srgbClr val="000000"/>
                </a:solidFill>
                <a:effectLst/>
                <a:latin typeface="Arial" panose="020B0604020202020204" pitchFamily="34" charset="0"/>
              </a:rPr>
              <a:t>atau</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penggabungan</a:t>
            </a:r>
            <a:r>
              <a:rPr lang="en-ID" sz="1800" b="0" i="0" u="none" strike="noStrike" dirty="0">
                <a:solidFill>
                  <a:srgbClr val="000000"/>
                </a:solidFill>
                <a:effectLst/>
                <a:latin typeface="Arial" panose="020B0604020202020204" pitchFamily="34" charset="0"/>
              </a:rPr>
              <a:t>. </a:t>
            </a:r>
          </a:p>
          <a:p>
            <a:pPr marL="158750" indent="0" algn="just" rtl="0">
              <a:spcBef>
                <a:spcPts val="0"/>
              </a:spcBef>
              <a:spcAft>
                <a:spcPts val="0"/>
              </a:spcAft>
              <a:buNone/>
            </a:pPr>
            <a:endParaRPr lang="en-ID" sz="1800" b="0"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0" i="0" u="none" strike="noStrike" dirty="0">
                <a:solidFill>
                  <a:srgbClr val="000000"/>
                </a:solidFill>
                <a:effectLst/>
                <a:latin typeface="Arial" panose="020B0604020202020204" pitchFamily="34" charset="0"/>
              </a:rPr>
              <a:t>Yang </a:t>
            </a:r>
            <a:r>
              <a:rPr lang="en-ID" sz="1800" b="0" i="0" u="none" strike="noStrike" dirty="0" err="1">
                <a:solidFill>
                  <a:srgbClr val="000000"/>
                </a:solidFill>
                <a:effectLst/>
                <a:latin typeface="Arial" panose="020B0604020202020204" pitchFamily="34" charset="0"/>
              </a:rPr>
              <a:t>pertama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adalah</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saat</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dan </a:t>
            </a:r>
            <a:r>
              <a:rPr lang="en-ID" sz="1800" b="0" i="0" u="none" strike="noStrike" dirty="0" err="1">
                <a:solidFill>
                  <a:srgbClr val="000000"/>
                </a:solidFill>
                <a:effectLst/>
                <a:latin typeface="Arial" panose="020B0604020202020204" pitchFamily="34" charset="0"/>
              </a:rPr>
              <a:t>rekan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membuat</a:t>
            </a:r>
            <a:r>
              <a:rPr lang="en-ID" sz="1800" b="0" i="0" u="none" strike="noStrike" dirty="0">
                <a:solidFill>
                  <a:srgbClr val="000000"/>
                </a:solidFill>
                <a:effectLst/>
                <a:latin typeface="Arial" panose="020B0604020202020204" pitchFamily="34" charset="0"/>
              </a:rPr>
              <a:t> file </a:t>
            </a:r>
            <a:r>
              <a:rPr lang="en-ID" sz="1800" b="0" i="0" u="none" strike="noStrike" dirty="0" err="1">
                <a:solidFill>
                  <a:srgbClr val="000000"/>
                </a:solidFill>
                <a:effectLst/>
                <a:latin typeface="Arial" panose="020B0604020202020204" pitchFamily="34" charset="0"/>
              </a:rPr>
              <a:t>dengan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nama</a:t>
            </a:r>
            <a:r>
              <a:rPr lang="en-ID" sz="1800" b="0" i="0" u="none" strike="noStrike" dirty="0">
                <a:solidFill>
                  <a:srgbClr val="000000"/>
                </a:solidFill>
                <a:effectLst/>
                <a:latin typeface="Arial" panose="020B0604020202020204" pitchFamily="34" charset="0"/>
              </a:rPr>
              <a:t> yang </a:t>
            </a:r>
            <a:r>
              <a:rPr lang="en-ID" sz="1800" b="0" i="0" u="none" strike="noStrike" dirty="0" err="1">
                <a:solidFill>
                  <a:srgbClr val="000000"/>
                </a:solidFill>
                <a:effectLst/>
                <a:latin typeface="Arial" panose="020B0604020202020204" pitchFamily="34" charset="0"/>
              </a:rPr>
              <a:t>sama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namun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isi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dari</a:t>
            </a:r>
            <a:r>
              <a:rPr lang="en-ID" sz="1800" b="0" i="0" u="none" strike="noStrike" dirty="0">
                <a:solidFill>
                  <a:srgbClr val="000000"/>
                </a:solidFill>
                <a:effectLst/>
                <a:latin typeface="Arial" panose="020B0604020202020204" pitchFamily="34" charset="0"/>
              </a:rPr>
              <a:t> file </a:t>
            </a:r>
            <a:r>
              <a:rPr lang="en-ID" sz="1800" b="0" i="0" u="none" strike="noStrike" dirty="0" err="1">
                <a:solidFill>
                  <a:srgbClr val="000000"/>
                </a:solidFill>
                <a:effectLst/>
                <a:latin typeface="Arial" panose="020B0604020202020204" pitchFamily="34" charset="0"/>
              </a:rPr>
              <a:t>nya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berbeda</a:t>
            </a:r>
            <a:r>
              <a:rPr lang="en-ID" sz="1800" b="0" i="0" u="none" strike="noStrike" dirty="0">
                <a:solidFill>
                  <a:srgbClr val="000000"/>
                </a:solidFill>
                <a:effectLst/>
                <a:latin typeface="Arial" panose="020B0604020202020204" pitchFamily="34" charset="0"/>
              </a:rPr>
              <a:t>. </a:t>
            </a:r>
          </a:p>
          <a:p>
            <a:pPr marL="158750" indent="0" algn="just" rtl="0">
              <a:spcBef>
                <a:spcPts val="0"/>
              </a:spcBef>
              <a:spcAft>
                <a:spcPts val="0"/>
              </a:spcAft>
              <a:buNone/>
            </a:pPr>
            <a:endParaRPr lang="en-ID" sz="1800" b="0"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0" i="0" u="none" strike="noStrike" dirty="0" err="1">
                <a:solidFill>
                  <a:srgbClr val="000000"/>
                </a:solidFill>
                <a:effectLst/>
                <a:latin typeface="Arial" panose="020B0604020202020204" pitchFamily="34" charset="0"/>
              </a:rPr>
              <a:t>Kemudian</a:t>
            </a:r>
            <a:r>
              <a:rPr lang="en-ID" sz="1800" b="0" i="0" u="none" strike="noStrike" dirty="0">
                <a:solidFill>
                  <a:srgbClr val="000000"/>
                </a:solidFill>
                <a:effectLst/>
                <a:latin typeface="Arial" panose="020B0604020202020204" pitchFamily="34" charset="0"/>
              </a:rPr>
              <a:t> Yang </a:t>
            </a:r>
            <a:r>
              <a:rPr lang="en-ID" sz="1800" b="0" i="0" u="none" strike="noStrike" dirty="0" err="1">
                <a:solidFill>
                  <a:srgbClr val="000000"/>
                </a:solidFill>
                <a:effectLst/>
                <a:latin typeface="Arial" panose="020B0604020202020204" pitchFamily="34" charset="0"/>
              </a:rPr>
              <a:t>kedua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adalah</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saat</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dan </a:t>
            </a:r>
            <a:r>
              <a:rPr lang="en-ID" sz="1800" b="0" i="0" u="none" strike="noStrike" dirty="0" err="1">
                <a:solidFill>
                  <a:srgbClr val="000000"/>
                </a:solidFill>
                <a:effectLst/>
                <a:latin typeface="Arial" panose="020B0604020202020204" pitchFamily="34" charset="0"/>
              </a:rPr>
              <a:t>rekan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mengubah</a:t>
            </a:r>
            <a:r>
              <a:rPr lang="en-ID" sz="1800" b="0" i="0" u="none" strike="noStrike" dirty="0">
                <a:solidFill>
                  <a:srgbClr val="000000"/>
                </a:solidFill>
                <a:effectLst/>
                <a:latin typeface="Arial" panose="020B0604020202020204" pitchFamily="34" charset="0"/>
              </a:rPr>
              <a:t> content pada file yang </a:t>
            </a:r>
            <a:r>
              <a:rPr lang="en-ID" sz="1800" b="0" i="0" u="none" strike="noStrike" dirty="0" err="1">
                <a:solidFill>
                  <a:srgbClr val="000000"/>
                </a:solidFill>
                <a:effectLst/>
                <a:latin typeface="Arial" panose="020B0604020202020204" pitchFamily="34" charset="0"/>
              </a:rPr>
              <a:t>sama</a:t>
            </a:r>
            <a:r>
              <a:rPr lang="en-ID" sz="1800" b="0" i="0" u="none" strike="noStrike" dirty="0">
                <a:solidFill>
                  <a:srgbClr val="000000"/>
                </a:solidFill>
                <a:effectLst/>
                <a:latin typeface="Arial" panose="020B0604020202020204" pitchFamily="34" charset="0"/>
              </a:rPr>
              <a:t>. </a:t>
            </a:r>
          </a:p>
          <a:p>
            <a:pPr marL="158750" indent="0" algn="just" rtl="0">
              <a:spcBef>
                <a:spcPts val="0"/>
              </a:spcBef>
              <a:spcAft>
                <a:spcPts val="0"/>
              </a:spcAft>
              <a:buNone/>
            </a:pPr>
            <a:endParaRPr lang="en-ID" sz="1800" b="0"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0" i="0" u="none" strike="noStrike" dirty="0">
                <a:solidFill>
                  <a:srgbClr val="000000"/>
                </a:solidFill>
                <a:effectLst/>
                <a:latin typeface="Arial" panose="020B0604020202020204" pitchFamily="34" charset="0"/>
              </a:rPr>
              <a:t>Lalu yang </a:t>
            </a:r>
            <a:r>
              <a:rPr lang="en-ID" sz="1800" b="0" i="0" u="none" strike="noStrike" dirty="0" err="1">
                <a:solidFill>
                  <a:srgbClr val="000000"/>
                </a:solidFill>
                <a:effectLst/>
                <a:latin typeface="Arial" panose="020B0604020202020204" pitchFamily="34" charset="0"/>
              </a:rPr>
              <a:t>ketiga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adalah</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saat</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mengubah</a:t>
            </a:r>
            <a:r>
              <a:rPr lang="en-ID" sz="1800" b="0" i="0" u="none" strike="noStrike" dirty="0">
                <a:solidFill>
                  <a:srgbClr val="000000"/>
                </a:solidFill>
                <a:effectLst/>
                <a:latin typeface="Arial" panose="020B0604020202020204" pitchFamily="34" charset="0"/>
              </a:rPr>
              <a:t> content </a:t>
            </a:r>
            <a:r>
              <a:rPr lang="en-ID" sz="1800" b="0" i="0" u="none" strike="noStrike" dirty="0" err="1">
                <a:solidFill>
                  <a:srgbClr val="000000"/>
                </a:solidFill>
                <a:effectLst/>
                <a:latin typeface="Arial" panose="020B0604020202020204" pitchFamily="34" charset="0"/>
              </a:rPr>
              <a:t>dari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suatu</a:t>
            </a:r>
            <a:r>
              <a:rPr lang="en-ID" sz="1800" b="0" i="0" u="none" strike="noStrike" dirty="0">
                <a:solidFill>
                  <a:srgbClr val="000000"/>
                </a:solidFill>
                <a:effectLst/>
                <a:latin typeface="Arial" panose="020B0604020202020204" pitchFamily="34" charset="0"/>
              </a:rPr>
              <a:t> file yang </a:t>
            </a:r>
            <a:r>
              <a:rPr lang="en-ID" sz="1800" b="0" i="0" u="none" strike="noStrike" dirty="0" err="1">
                <a:solidFill>
                  <a:srgbClr val="000000"/>
                </a:solidFill>
                <a:effectLst/>
                <a:latin typeface="Arial" panose="020B0604020202020204" pitchFamily="34" charset="0"/>
              </a:rPr>
              <a:t>sudah</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dihapus</a:t>
            </a:r>
            <a:r>
              <a:rPr lang="en-ID" sz="1800" b="0" i="0" u="none" strike="noStrike" dirty="0">
                <a:solidFill>
                  <a:srgbClr val="000000"/>
                </a:solidFill>
                <a:effectLst/>
                <a:latin typeface="Arial" panose="020B0604020202020204" pitchFamily="34" charset="0"/>
              </a:rPr>
              <a:t> oleh </a:t>
            </a:r>
            <a:r>
              <a:rPr lang="en-ID" sz="1800" b="0" i="0" u="none" strike="noStrike" dirty="0" err="1">
                <a:solidFill>
                  <a:srgbClr val="000000"/>
                </a:solidFill>
                <a:effectLst/>
                <a:latin typeface="Arial" panose="020B0604020202020204" pitchFamily="34" charset="0"/>
              </a:rPr>
              <a:t>rekan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atau</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sebaliknya</a:t>
            </a:r>
            <a:r>
              <a:rPr lang="en-ID" sz="1800" b="0" i="0" u="none" strike="noStrike" dirty="0">
                <a:solidFill>
                  <a:srgbClr val="000000"/>
                </a:solidFill>
                <a:effectLst/>
                <a:latin typeface="Arial" panose="020B0604020202020204" pitchFamily="34" charset="0"/>
              </a:rPr>
              <a:t>.</a:t>
            </a:r>
          </a:p>
          <a:p>
            <a:pPr marL="158750" indent="0" algn="just" rtl="0">
              <a:spcBef>
                <a:spcPts val="0"/>
              </a:spcBef>
              <a:spcAft>
                <a:spcPts val="0"/>
              </a:spcAft>
              <a:buNone/>
            </a:pPr>
            <a:endParaRPr lang="en-ID" sz="1800" b="0"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0" i="0" u="none" strike="noStrike" dirty="0">
                <a:solidFill>
                  <a:srgbClr val="000000"/>
                </a:solidFill>
                <a:effectLst/>
                <a:latin typeface="Arial" panose="020B0604020202020204" pitchFamily="34" charset="0"/>
              </a:rPr>
              <a:t>Jadi </a:t>
            </a:r>
            <a:r>
              <a:rPr lang="en-ID" sz="1800" b="0" i="0" u="none" strike="noStrike" dirty="0" err="1">
                <a:solidFill>
                  <a:srgbClr val="000000"/>
                </a:solidFill>
                <a:effectLst/>
                <a:latin typeface="Arial" panose="020B0604020202020204" pitchFamily="34" charset="0"/>
              </a:rPr>
              <a:t>intinya</a:t>
            </a:r>
            <a:r>
              <a:rPr lang="en-ID" sz="1800" b="0" i="0" u="none" strike="noStrike" dirty="0">
                <a:solidFill>
                  <a:srgbClr val="000000"/>
                </a:solidFill>
                <a:effectLst/>
                <a:latin typeface="Arial" panose="020B0604020202020204" pitchFamily="34" charset="0"/>
              </a:rPr>
              <a:t> conflict </a:t>
            </a:r>
            <a:r>
              <a:rPr lang="en-ID" sz="1800" b="0" i="0" u="none" strike="noStrike" dirty="0" err="1">
                <a:solidFill>
                  <a:srgbClr val="000000"/>
                </a:solidFill>
                <a:effectLst/>
                <a:latin typeface="Arial" panose="020B0604020202020204" pitchFamily="34" charset="0"/>
              </a:rPr>
              <a:t>itu</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terjadi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saat</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ada</a:t>
            </a:r>
            <a:r>
              <a:rPr lang="en-ID" sz="1800" b="0" i="0" u="none" strike="noStrike" dirty="0">
                <a:solidFill>
                  <a:srgbClr val="000000"/>
                </a:solidFill>
                <a:effectLst/>
                <a:latin typeface="Arial" panose="020B0604020202020204" pitchFamily="34" charset="0"/>
              </a:rPr>
              <a:t> file </a:t>
            </a:r>
            <a:r>
              <a:rPr lang="en-ID" sz="1800" b="0" i="0" u="none" strike="noStrike" dirty="0" err="1">
                <a:solidFill>
                  <a:srgbClr val="000000"/>
                </a:solidFill>
                <a:effectLst/>
                <a:latin typeface="Arial" panose="020B0604020202020204" pitchFamily="34" charset="0"/>
              </a:rPr>
              <a:t>sama</a:t>
            </a:r>
            <a:r>
              <a:rPr lang="en-ID" sz="1800" b="0" i="0" u="none" strike="noStrike" dirty="0">
                <a:solidFill>
                  <a:srgbClr val="000000"/>
                </a:solidFill>
                <a:effectLst/>
                <a:latin typeface="Arial" panose="020B0604020202020204" pitchFamily="34" charset="0"/>
              </a:rPr>
              <a:t> yang </a:t>
            </a:r>
            <a:r>
              <a:rPr lang="en-ID" sz="1800" b="0" i="0" u="none" strike="noStrike" dirty="0" err="1">
                <a:solidFill>
                  <a:srgbClr val="000000"/>
                </a:solidFill>
                <a:effectLst/>
                <a:latin typeface="Arial" panose="020B0604020202020204" pitchFamily="34" charset="0"/>
              </a:rPr>
              <a:t>ada</a:t>
            </a:r>
            <a:r>
              <a:rPr lang="en-ID" sz="1800" b="0" i="0" u="none" strike="noStrike" dirty="0">
                <a:solidFill>
                  <a:srgbClr val="000000"/>
                </a:solidFill>
                <a:effectLst/>
                <a:latin typeface="Arial" panose="020B0604020202020204" pitchFamily="34" charset="0"/>
              </a:rPr>
              <a:t> di local repo dan </a:t>
            </a:r>
            <a:r>
              <a:rPr lang="en-ID" sz="1800" b="0" i="0" u="none" strike="noStrike" dirty="0" err="1">
                <a:solidFill>
                  <a:srgbClr val="000000"/>
                </a:solidFill>
                <a:effectLst/>
                <a:latin typeface="Arial" panose="020B0604020202020204" pitchFamily="34" charset="0"/>
              </a:rPr>
              <a:t>github</a:t>
            </a:r>
            <a:r>
              <a:rPr lang="en-ID" sz="1800" b="0" i="0" u="none" strike="noStrike" dirty="0">
                <a:solidFill>
                  <a:srgbClr val="000000"/>
                </a:solidFill>
                <a:effectLst/>
                <a:latin typeface="Arial" panose="020B0604020202020204" pitchFamily="34" charset="0"/>
              </a:rPr>
              <a:t> repo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dengan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perubahan</a:t>
            </a:r>
            <a:r>
              <a:rPr lang="en-ID" sz="1800" b="0" i="0" u="none" strike="noStrike" dirty="0">
                <a:solidFill>
                  <a:srgbClr val="000000"/>
                </a:solidFill>
                <a:effectLst/>
                <a:latin typeface="Arial" panose="020B0604020202020204" pitchFamily="34" charset="0"/>
              </a:rPr>
              <a:t> yang </a:t>
            </a:r>
            <a:r>
              <a:rPr lang="en-ID" sz="1800" b="0" i="0" u="none" strike="noStrike" dirty="0" err="1">
                <a:solidFill>
                  <a:srgbClr val="000000"/>
                </a:solidFill>
                <a:effectLst/>
                <a:latin typeface="Arial" panose="020B0604020202020204" pitchFamily="34" charset="0"/>
              </a:rPr>
              <a:t>berbeda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saat</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melakukan</a:t>
            </a:r>
            <a:r>
              <a:rPr lang="en-ID" sz="1800" b="0" i="0" u="none" strike="noStrike" dirty="0">
                <a:solidFill>
                  <a:srgbClr val="000000"/>
                </a:solidFill>
                <a:effectLst/>
                <a:latin typeface="Arial" panose="020B0604020202020204" pitchFamily="34" charset="0"/>
              </a:rPr>
              <a:t> proses </a:t>
            </a:r>
            <a:r>
              <a:rPr lang="en-ID" sz="1800" b="0" i="0" u="none" strike="noStrike" dirty="0" err="1">
                <a:solidFill>
                  <a:srgbClr val="000000"/>
                </a:solidFill>
                <a:effectLst/>
                <a:latin typeface="Arial" panose="020B0604020202020204" pitchFamily="34" charset="0"/>
              </a:rPr>
              <a:t>penggabungan</a:t>
            </a:r>
            <a:r>
              <a:rPr lang="en-ID" sz="1800" b="0" i="0" u="none" strike="noStrike" dirty="0">
                <a:solidFill>
                  <a:srgbClr val="000000"/>
                </a:solidFill>
                <a:effectLst/>
                <a:latin typeface="Arial" panose="020B0604020202020204" pitchFamily="34" charset="0"/>
              </a:rPr>
              <a:t>.</a:t>
            </a:r>
          </a:p>
          <a:p>
            <a:pPr marL="158750" indent="0" algn="just" rtl="0">
              <a:spcBef>
                <a:spcPts val="0"/>
              </a:spcBef>
              <a:spcAft>
                <a:spcPts val="0"/>
              </a:spcAft>
              <a:buNone/>
            </a:pPr>
            <a:endParaRPr lang="en-ID" sz="1800" b="0"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0" i="0" u="none" strike="noStrike" dirty="0" err="1">
                <a:solidFill>
                  <a:srgbClr val="000000"/>
                </a:solidFill>
                <a:effectLst/>
                <a:latin typeface="Arial" panose="020B0604020202020204" pitchFamily="34" charset="0"/>
              </a:rPr>
              <a:t>Supaya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lebih</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jelas</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mari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langsung</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saja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praktikkan</a:t>
            </a:r>
            <a:endParaRPr lang="en-ID" b="0" dirty="0">
              <a:effectLst/>
            </a:endParaRPr>
          </a:p>
          <a:p>
            <a:pPr marL="158750" indent="0" algn="just" rtl="0">
              <a:spcBef>
                <a:spcPts val="0"/>
              </a:spcBef>
              <a:spcAft>
                <a:spcPts val="0"/>
              </a:spcAft>
              <a:buNone/>
            </a:pPr>
            <a:endParaRPr lang="en-ID" sz="1800" b="1" i="0" u="none" strike="noStrike" dirty="0">
              <a:solidFill>
                <a:srgbClr val="000000"/>
              </a:solidFill>
              <a:effectLst/>
              <a:latin typeface="Arial" panose="020B0604020202020204" pitchFamily="34" charset="0"/>
            </a:endParaRPr>
          </a:p>
          <a:p>
            <a:pPr marL="158750" indent="0" algn="just" rtl="0">
              <a:spcBef>
                <a:spcPts val="0"/>
              </a:spcBef>
              <a:spcAft>
                <a:spcPts val="0"/>
              </a:spcAft>
              <a:buNone/>
            </a:pPr>
            <a:r>
              <a:rPr lang="en-ID" sz="1800" b="1" i="0" u="none" strike="noStrike" dirty="0">
                <a:solidFill>
                  <a:srgbClr val="000000"/>
                </a:solidFill>
                <a:effectLst/>
                <a:latin typeface="Arial" panose="020B0604020202020204" pitchFamily="34" charset="0"/>
              </a:rPr>
              <a:t>(Live Code : Merge and Conflict)</a:t>
            </a:r>
            <a:endParaRPr lang="en-ID" b="0" dirty="0">
              <a:effectLst/>
            </a:endParaRPr>
          </a:p>
          <a:p>
            <a:pPr marL="158750" indent="0">
              <a:buNone/>
            </a:pPr>
            <a:br>
              <a:rPr lang="en-ID" dirty="0"/>
            </a:br>
            <a:endParaRPr lang="en-US" sz="1100" b="0" dirty="0"/>
          </a:p>
        </p:txBody>
      </p:sp>
    </p:spTree>
    <p:extLst>
      <p:ext uri="{BB962C8B-B14F-4D97-AF65-F5344CB8AC3E}">
        <p14:creationId xmlns:p14="http://schemas.microsoft.com/office/powerpoint/2010/main" val="3727198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err="1"/>
              <a:t>Melanjuti</a:t>
            </a:r>
            <a:r>
              <a:rPr lang="en-US" sz="1400" dirty="0"/>
              <a:t> </a:t>
            </a:r>
            <a:r>
              <a:rPr lang="en-US" sz="1400" dirty="0" err="1"/>
              <a:t>sesi</a:t>
            </a:r>
            <a:r>
              <a:rPr lang="en-US" sz="1400" dirty="0"/>
              <a:t> </a:t>
            </a:r>
            <a:r>
              <a:rPr lang="en-US" sz="1400" dirty="0" err="1"/>
              <a:t>materi</a:t>
            </a:r>
            <a:r>
              <a:rPr lang="en-US" sz="1400" dirty="0"/>
              <a:t> </a:t>
            </a:r>
            <a:r>
              <a:rPr lang="en-US" sz="1400" dirty="0" err="1"/>
              <a:t>Github</a:t>
            </a:r>
            <a:r>
              <a:rPr lang="en-US" sz="1400" dirty="0"/>
              <a:t>,</a:t>
            </a:r>
          </a:p>
          <a:p>
            <a:pPr marL="0" lvl="0" indent="0" algn="l" rtl="0">
              <a:lnSpc>
                <a:spcPct val="100000"/>
              </a:lnSpc>
              <a:spcBef>
                <a:spcPts val="0"/>
              </a:spcBef>
              <a:spcAft>
                <a:spcPts val="0"/>
              </a:spcAft>
              <a:buSzPts val="1100"/>
              <a:buNone/>
            </a:pPr>
            <a:endParaRPr lang="en-US" sz="14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err="1"/>
              <a:t>Sekarang</a:t>
            </a:r>
            <a:r>
              <a:rPr lang="en-US" sz="1400" dirty="0"/>
              <a:t> </a:t>
            </a:r>
            <a:r>
              <a:rPr lang="en-US" sz="1400" dirty="0" err="1"/>
              <a:t>kita</a:t>
            </a:r>
            <a:r>
              <a:rPr lang="en-US" sz="1400" dirty="0"/>
              <a:t> </a:t>
            </a:r>
            <a:r>
              <a:rPr lang="en-US" sz="1400" dirty="0" err="1"/>
              <a:t>akan</a:t>
            </a:r>
            <a:r>
              <a:rPr lang="en-US" sz="1400" dirty="0"/>
              <a:t> </a:t>
            </a:r>
            <a:r>
              <a:rPr lang="en-US" sz="1400" dirty="0" err="1"/>
              <a:t>membahas</a:t>
            </a:r>
            <a:r>
              <a:rPr lang="en-US" sz="1400" dirty="0"/>
              <a:t> </a:t>
            </a:r>
            <a:r>
              <a:rPr lang="en-US" sz="1400" dirty="0" err="1"/>
              <a:t>bagaimana</a:t>
            </a:r>
            <a:r>
              <a:rPr lang="en-US" sz="1400" dirty="0"/>
              <a:t> </a:t>
            </a:r>
            <a:r>
              <a:rPr lang="en-US" sz="1400" dirty="0" err="1"/>
              <a:t>cara</a:t>
            </a:r>
            <a:r>
              <a:rPr lang="en-US" sz="1400" dirty="0"/>
              <a:t> </a:t>
            </a:r>
            <a:r>
              <a:rPr lang="en-US" sz="1400" dirty="0" err="1"/>
              <a:t>untuk</a:t>
            </a:r>
            <a:r>
              <a:rPr lang="en-US" sz="1400" dirty="0"/>
              <a:t> </a:t>
            </a:r>
            <a:r>
              <a:rPr lang="en-US" sz="1400" dirty="0" err="1"/>
              <a:t>membuat</a:t>
            </a:r>
            <a:r>
              <a:rPr lang="en-US" sz="1400" dirty="0"/>
              <a:t> </a:t>
            </a:r>
            <a:r>
              <a:rPr lang="en-ID" sz="1800" b="0" i="0" u="none" strike="noStrike" dirty="0">
                <a:solidFill>
                  <a:srgbClr val="000000"/>
                </a:solidFill>
                <a:effectLst/>
                <a:latin typeface="Arial" panose="020B0604020202020204" pitchFamily="34" charset="0"/>
              </a:rPr>
              <a:t>file yang </a:t>
            </a:r>
            <a:r>
              <a:rPr lang="en-ID" sz="1800" b="0" i="0" u="none" strike="noStrike" dirty="0" err="1">
                <a:solidFill>
                  <a:srgbClr val="000000"/>
                </a:solidFill>
                <a:effectLst/>
                <a:latin typeface="Arial" panose="020B0604020202020204" pitchFamily="34" charset="0"/>
              </a:rPr>
              <a:t>berisi</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penjelasan</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mengenai</a:t>
            </a:r>
            <a:r>
              <a:rPr lang="en-ID" sz="1800" b="0" i="0" u="none" strike="noStrike" dirty="0">
                <a:solidFill>
                  <a:srgbClr val="000000"/>
                </a:solidFill>
                <a:effectLst/>
                <a:latin typeface="Arial" panose="020B0604020202020204" pitchFamily="34" charset="0"/>
              </a:rPr>
              <a:t> repository yang </a:t>
            </a:r>
            <a:r>
              <a:rPr lang="en-ID" sz="1800" b="0" i="0" u="none" strike="noStrike" dirty="0" err="1">
                <a:solidFill>
                  <a:srgbClr val="000000"/>
                </a:solidFill>
                <a:effectLst/>
                <a:latin typeface="Arial" panose="020B0604020202020204" pitchFamily="34" charset="0"/>
              </a:rPr>
              <a:t>kita</a:t>
            </a:r>
            <a:r>
              <a:rPr lang="en-ID" sz="1800" b="0" i="0" u="none" strike="noStrike" dirty="0">
                <a:solidFill>
                  <a:srgbClr val="000000"/>
                </a:solidFill>
                <a:effectLst/>
                <a:latin typeface="Arial" panose="020B0604020202020204" pitchFamily="34" charset="0"/>
              </a:rPr>
              <a:t> buat di </a:t>
            </a:r>
            <a:r>
              <a:rPr lang="en-ID" sz="1800" b="0" i="0" u="none" strike="noStrike" dirty="0" err="1">
                <a:solidFill>
                  <a:srgbClr val="000000"/>
                </a:solidFill>
                <a:effectLst/>
                <a:latin typeface="Arial" panose="020B0604020202020204" pitchFamily="34" charset="0"/>
              </a:rPr>
              <a:t>github</a:t>
            </a:r>
            <a:r>
              <a:rPr lang="en-ID" sz="1800" b="0" i="0" u="none" strike="noStrike" dirty="0">
                <a:solidFill>
                  <a:srgbClr val="000000"/>
                </a:solidFill>
                <a:effectLst/>
                <a:latin typeface="Arial" panose="020B0604020202020204" pitchFamily="34" charset="0"/>
              </a:rPr>
              <a:t>. Dimana file </a:t>
            </a:r>
            <a:r>
              <a:rPr lang="en-ID" sz="1800" b="0" i="0" u="none" strike="noStrike" dirty="0" err="1">
                <a:solidFill>
                  <a:srgbClr val="000000"/>
                </a:solidFill>
                <a:effectLst/>
                <a:latin typeface="Arial" panose="020B0604020202020204" pitchFamily="34" charset="0"/>
              </a:rPr>
              <a:t>tersebut</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adalah</a:t>
            </a:r>
            <a:r>
              <a:rPr lang="en-ID" sz="1800" b="0" i="0" u="none" strike="noStrike" dirty="0">
                <a:solidFill>
                  <a:srgbClr val="000000"/>
                </a:solidFill>
                <a:effectLst/>
                <a:latin typeface="Arial" panose="020B0604020202020204" pitchFamily="34" charset="0"/>
              </a:rPr>
              <a:t> README.md dan </a:t>
            </a:r>
            <a:r>
              <a:rPr lang="en-ID" sz="1800" b="0" i="0" u="none" strike="noStrike" dirty="0" err="1">
                <a:solidFill>
                  <a:srgbClr val="000000"/>
                </a:solidFill>
                <a:effectLst/>
                <a:latin typeface="Arial" panose="020B0604020202020204" pitchFamily="34" charset="0"/>
              </a:rPr>
              <a:t>dibuat</a:t>
            </a:r>
            <a:r>
              <a:rPr lang="en-ID" sz="1800" b="0" i="0" u="none" strike="noStrike" dirty="0">
                <a:solidFill>
                  <a:srgbClr val="000000"/>
                </a:solidFill>
                <a:effectLst/>
                <a:latin typeface="Arial" panose="020B0604020202020204" pitchFamily="34" charset="0"/>
              </a:rPr>
              <a:t> </a:t>
            </a:r>
            <a:r>
              <a:rPr lang="en-ID" sz="1800" b="0" i="0" u="none" strike="noStrike" dirty="0" err="1">
                <a:solidFill>
                  <a:srgbClr val="000000"/>
                </a:solidFill>
                <a:effectLst/>
                <a:latin typeface="Arial" panose="020B0604020202020204" pitchFamily="34" charset="0"/>
              </a:rPr>
              <a:t>menggunakan</a:t>
            </a:r>
            <a:r>
              <a:rPr lang="en-ID" sz="1800" b="0" i="0" u="none" strike="noStrike" dirty="0">
                <a:solidFill>
                  <a:srgbClr val="000000"/>
                </a:solidFill>
                <a:effectLst/>
                <a:latin typeface="Arial" panose="020B0604020202020204" pitchFamily="34" charset="0"/>
              </a:rPr>
              <a:t> Markdown.</a:t>
            </a:r>
            <a:endParaRPr sz="1400" dirty="0"/>
          </a:p>
        </p:txBody>
      </p:sp>
    </p:spTree>
    <p:extLst>
      <p:ext uri="{BB962C8B-B14F-4D97-AF65-F5344CB8AC3E}">
        <p14:creationId xmlns:p14="http://schemas.microsoft.com/office/powerpoint/2010/main" val="428701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Ok </a:t>
            </a:r>
            <a:r>
              <a:rPr lang="en-US" sz="1100" dirty="0" err="1"/>
              <a:t>jadi</a:t>
            </a:r>
            <a:r>
              <a:rPr lang="en-US" sz="1100" dirty="0"/>
              <a:t> </a:t>
            </a:r>
            <a:r>
              <a:rPr lang="en-US" sz="1100" dirty="0" err="1"/>
              <a:t>apa</a:t>
            </a:r>
            <a:r>
              <a:rPr lang="en-US" sz="1100" dirty="0"/>
              <a:t> </a:t>
            </a:r>
            <a:r>
              <a:rPr lang="en-US" sz="1100" dirty="0" err="1"/>
              <a:t>itu</a:t>
            </a:r>
            <a:r>
              <a:rPr lang="en-US" sz="1100" dirty="0"/>
              <a:t> markdown?</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Markdown </a:t>
            </a:r>
            <a:r>
              <a:rPr lang="en-US" sz="1100" dirty="0" err="1"/>
              <a:t>adalah</a:t>
            </a:r>
            <a:r>
              <a:rPr lang="en-US" sz="1100" dirty="0"/>
              <a:t> </a:t>
            </a:r>
            <a:r>
              <a:rPr lang="en-US" sz="1100" dirty="0" err="1"/>
              <a:t>sebuah</a:t>
            </a:r>
            <a:r>
              <a:rPr lang="en-US" sz="1100" dirty="0"/>
              <a:t> </a:t>
            </a:r>
            <a:r>
              <a:rPr lang="en-US" sz="1100" dirty="0" err="1"/>
              <a:t>bahasa</a:t>
            </a:r>
            <a:r>
              <a:rPr lang="en-US" sz="1100" dirty="0"/>
              <a:t> markup yang </a:t>
            </a:r>
            <a:r>
              <a:rPr lang="en-US" sz="1100" dirty="0" err="1"/>
              <a:t>dapat</a:t>
            </a:r>
            <a:r>
              <a:rPr lang="en-US" sz="1100" dirty="0"/>
              <a:t> </a:t>
            </a:r>
            <a:r>
              <a:rPr lang="en-US" sz="1100" dirty="0" err="1"/>
              <a:t>digunakan</a:t>
            </a:r>
            <a:r>
              <a:rPr lang="en-US" sz="1100" dirty="0"/>
              <a:t> </a:t>
            </a:r>
            <a:r>
              <a:rPr lang="en-US" sz="1100" dirty="0" err="1"/>
              <a:t>untuk</a:t>
            </a:r>
            <a:r>
              <a:rPr lang="en-US" sz="1100" dirty="0"/>
              <a:t> </a:t>
            </a:r>
            <a:r>
              <a:rPr lang="en-US" sz="1100" dirty="0" err="1"/>
              <a:t>memformat</a:t>
            </a:r>
            <a:r>
              <a:rPr lang="en-US" sz="1100" dirty="0"/>
              <a:t> </a:t>
            </a:r>
            <a:r>
              <a:rPr lang="en-US" sz="1100" dirty="0" err="1"/>
              <a:t>tampilan</a:t>
            </a:r>
            <a:r>
              <a:rPr lang="en-US" sz="1100" dirty="0"/>
              <a:t> </a:t>
            </a:r>
            <a:r>
              <a:rPr lang="en-US" sz="1100" dirty="0" err="1"/>
              <a:t>teks</a:t>
            </a:r>
            <a:r>
              <a:rPr lang="en-US" sz="1100" dirty="0"/>
              <a:t>. Jika </a:t>
            </a:r>
            <a:r>
              <a:rPr lang="en-US" sz="1100" dirty="0" err="1"/>
              <a:t>kita</a:t>
            </a:r>
            <a:r>
              <a:rPr lang="en-US" sz="1100" dirty="0"/>
              <a:t> </a:t>
            </a:r>
            <a:r>
              <a:rPr lang="en-US" sz="1100" dirty="0" err="1"/>
              <a:t>memiliki</a:t>
            </a:r>
            <a:r>
              <a:rPr lang="en-US" sz="1100" dirty="0"/>
              <a:t> </a:t>
            </a:r>
            <a:r>
              <a:rPr lang="en-US" sz="1100" dirty="0" err="1"/>
              <a:t>sebuah</a:t>
            </a:r>
            <a:r>
              <a:rPr lang="en-US" sz="1100" dirty="0"/>
              <a:t> tulisan, </a:t>
            </a:r>
            <a:r>
              <a:rPr lang="en-US" sz="1100" dirty="0" err="1"/>
              <a:t>kita</a:t>
            </a:r>
            <a:r>
              <a:rPr lang="en-US" sz="1100" dirty="0"/>
              <a:t> </a:t>
            </a:r>
            <a:r>
              <a:rPr lang="en-US" sz="1100" dirty="0" err="1"/>
              <a:t>dapat</a:t>
            </a:r>
            <a:r>
              <a:rPr lang="en-US" sz="1100" dirty="0"/>
              <a:t> </a:t>
            </a:r>
            <a:r>
              <a:rPr lang="en-US" sz="1100" dirty="0" err="1"/>
              <a:t>memberikan</a:t>
            </a:r>
            <a:r>
              <a:rPr lang="en-US" sz="1100" dirty="0"/>
              <a:t> format </a:t>
            </a:r>
            <a:r>
              <a:rPr lang="en-US" sz="1100" dirty="0" err="1"/>
              <a:t>tertentu</a:t>
            </a:r>
            <a:r>
              <a:rPr lang="en-US" sz="1100" dirty="0"/>
              <a:t> </a:t>
            </a:r>
            <a:r>
              <a:rPr lang="en-US" sz="1100" dirty="0" err="1"/>
              <a:t>seperti</a:t>
            </a:r>
            <a:r>
              <a:rPr lang="en-US" sz="1100" dirty="0"/>
              <a:t> </a:t>
            </a:r>
            <a:r>
              <a:rPr lang="en-US" sz="1100" dirty="0" err="1"/>
              <a:t>memberikan</a:t>
            </a:r>
            <a:r>
              <a:rPr lang="en-US" sz="1100" dirty="0"/>
              <a:t> </a:t>
            </a:r>
            <a:r>
              <a:rPr lang="en-US" sz="1100" dirty="0" err="1"/>
              <a:t>efek</a:t>
            </a:r>
            <a:r>
              <a:rPr lang="en-US" sz="1100" dirty="0"/>
              <a:t> font yang </a:t>
            </a:r>
            <a:r>
              <a:rPr lang="en-US" sz="1100" dirty="0" err="1"/>
              <a:t>lebih</a:t>
            </a:r>
            <a:r>
              <a:rPr lang="en-US" sz="1100" dirty="0"/>
              <a:t> </a:t>
            </a:r>
            <a:r>
              <a:rPr lang="en-US" sz="1100" dirty="0" err="1"/>
              <a:t>besar</a:t>
            </a:r>
            <a:r>
              <a:rPr lang="en-US" sz="1100" dirty="0"/>
              <a:t>, </a:t>
            </a:r>
            <a:r>
              <a:rPr lang="en-US" sz="1100" dirty="0" err="1"/>
              <a:t>menampilkannya</a:t>
            </a:r>
            <a:r>
              <a:rPr lang="en-US" sz="1100" dirty="0"/>
              <a:t> </a:t>
            </a:r>
            <a:r>
              <a:rPr lang="en-US" sz="1100" dirty="0" err="1"/>
              <a:t>dengan</a:t>
            </a:r>
            <a:r>
              <a:rPr lang="en-US" sz="1100" dirty="0"/>
              <a:t> </a:t>
            </a:r>
            <a:r>
              <a:rPr lang="en-US" sz="1100" dirty="0" err="1"/>
              <a:t>lebih</a:t>
            </a:r>
            <a:r>
              <a:rPr lang="en-US" sz="1100" dirty="0"/>
              <a:t> </a:t>
            </a:r>
            <a:r>
              <a:rPr lang="en-US" sz="1100" dirty="0" err="1"/>
              <a:t>tebal</a:t>
            </a:r>
            <a:r>
              <a:rPr lang="en-US" sz="1100" dirty="0"/>
              <a:t>, </a:t>
            </a:r>
            <a:r>
              <a:rPr lang="en-US" sz="1100" dirty="0" err="1"/>
              <a:t>membuatnya</a:t>
            </a:r>
            <a:r>
              <a:rPr lang="en-US" sz="1100" dirty="0"/>
              <a:t> </a:t>
            </a:r>
            <a:r>
              <a:rPr lang="en-US" sz="1100" dirty="0" err="1"/>
              <a:t>menjadi</a:t>
            </a:r>
            <a:r>
              <a:rPr lang="en-US" sz="1100" dirty="0"/>
              <a:t> </a:t>
            </a:r>
            <a:r>
              <a:rPr lang="en-US" sz="1100" dirty="0" err="1"/>
              <a:t>sebuah</a:t>
            </a:r>
            <a:r>
              <a:rPr lang="en-US" sz="1100" dirty="0"/>
              <a:t> link, </a:t>
            </a:r>
            <a:r>
              <a:rPr lang="en-US" sz="1100" dirty="0" err="1"/>
              <a:t>hingga</a:t>
            </a:r>
            <a:r>
              <a:rPr lang="en-US" sz="1100" dirty="0"/>
              <a:t> </a:t>
            </a:r>
            <a:r>
              <a:rPr lang="en-US" sz="1100" dirty="0" err="1"/>
              <a:t>menampilkannya</a:t>
            </a:r>
            <a:r>
              <a:rPr lang="en-US" sz="1100" dirty="0"/>
              <a:t> </a:t>
            </a:r>
            <a:r>
              <a:rPr lang="en-US" sz="1100" dirty="0" err="1"/>
              <a:t>dalam</a:t>
            </a:r>
            <a:r>
              <a:rPr lang="en-US" sz="1100" dirty="0"/>
              <a:t> </a:t>
            </a:r>
            <a:r>
              <a:rPr lang="en-US" sz="1100" dirty="0" err="1"/>
              <a:t>bentuk</a:t>
            </a:r>
            <a:r>
              <a:rPr lang="en-US" sz="1100" dirty="0"/>
              <a:t> table.  </a:t>
            </a:r>
            <a:r>
              <a:rPr lang="en-US" sz="1100" dirty="0" err="1"/>
              <a:t>Dengan</a:t>
            </a:r>
            <a:r>
              <a:rPr lang="en-US" sz="1100" dirty="0"/>
              <a:t> markdown </a:t>
            </a:r>
            <a:r>
              <a:rPr lang="en-US" sz="1100" dirty="0" err="1"/>
              <a:t>kita</a:t>
            </a:r>
            <a:r>
              <a:rPr lang="en-US" sz="1100" dirty="0"/>
              <a:t> juga </a:t>
            </a:r>
            <a:r>
              <a:rPr lang="en-US" sz="1100" dirty="0" err="1"/>
              <a:t>dapat</a:t>
            </a:r>
            <a:r>
              <a:rPr lang="en-US" sz="1100" dirty="0"/>
              <a:t> </a:t>
            </a:r>
            <a:r>
              <a:rPr lang="en-US" sz="1100" dirty="0" err="1"/>
              <a:t>menampilkan</a:t>
            </a:r>
            <a:r>
              <a:rPr lang="en-US" sz="1100" dirty="0"/>
              <a:t> </a:t>
            </a:r>
            <a:r>
              <a:rPr lang="en-US" sz="1100" dirty="0" err="1"/>
              <a:t>gambar</a:t>
            </a:r>
            <a:r>
              <a:rPr lang="en-US" sz="1100" dirty="0"/>
              <a:t> dan video.</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p>
        </p:txBody>
      </p:sp>
    </p:spTree>
    <p:extLst>
      <p:ext uri="{BB962C8B-B14F-4D97-AF65-F5344CB8AC3E}">
        <p14:creationId xmlns:p14="http://schemas.microsoft.com/office/powerpoint/2010/main" val="3576622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lvl="0" indent="0" algn="just" rtl="0">
              <a:lnSpc>
                <a:spcPct val="150000"/>
              </a:lnSpc>
              <a:spcBef>
                <a:spcPts val="0"/>
              </a:spcBef>
              <a:spcAft>
                <a:spcPts val="0"/>
              </a:spcAft>
              <a:buSzPts val="1100"/>
              <a:buNone/>
            </a:pPr>
            <a:r>
              <a:rPr lang="en-US" sz="1100" dirty="0" err="1"/>
              <a:t>Berikut</a:t>
            </a:r>
            <a:r>
              <a:rPr lang="en-US" sz="1100" dirty="0"/>
              <a:t> </a:t>
            </a:r>
            <a:r>
              <a:rPr lang="en-US" sz="1100" dirty="0" err="1"/>
              <a:t>beberapa</a:t>
            </a:r>
            <a:r>
              <a:rPr lang="en-US" sz="1100" dirty="0"/>
              <a:t> </a:t>
            </a:r>
            <a:r>
              <a:rPr lang="en-US" sz="1100" dirty="0" err="1"/>
              <a:t>alasan</a:t>
            </a:r>
            <a:r>
              <a:rPr lang="en-US" sz="1100" dirty="0"/>
              <a:t> </a:t>
            </a:r>
            <a:r>
              <a:rPr lang="en-US" sz="1100" dirty="0" err="1"/>
              <a:t>kenapa</a:t>
            </a:r>
            <a:r>
              <a:rPr lang="en-US" sz="1100" dirty="0"/>
              <a:t> </a:t>
            </a:r>
            <a:r>
              <a:rPr lang="en-US" sz="1100" dirty="0" err="1"/>
              <a:t>kita</a:t>
            </a:r>
            <a:r>
              <a:rPr lang="en-US" sz="1100" dirty="0"/>
              <a:t> </a:t>
            </a:r>
            <a:r>
              <a:rPr lang="en-US" sz="1100" dirty="0" err="1"/>
              <a:t>ingin</a:t>
            </a:r>
            <a:r>
              <a:rPr lang="en-US" sz="1100" dirty="0"/>
              <a:t> </a:t>
            </a:r>
            <a:r>
              <a:rPr lang="en-US" sz="1100" dirty="0" err="1"/>
              <a:t>menggunakan</a:t>
            </a:r>
            <a:r>
              <a:rPr lang="en-US" sz="1100" dirty="0"/>
              <a:t> markdown :</a:t>
            </a:r>
          </a:p>
          <a:p>
            <a:pPr marL="0" lvl="0" indent="0" algn="just" rtl="0">
              <a:lnSpc>
                <a:spcPct val="150000"/>
              </a:lnSpc>
              <a:spcBef>
                <a:spcPts val="0"/>
              </a:spcBef>
              <a:spcAft>
                <a:spcPts val="0"/>
              </a:spcAft>
              <a:buSzPts val="1100"/>
              <a:buNone/>
            </a:pPr>
            <a:r>
              <a:rPr lang="en-US" sz="1100" dirty="0"/>
              <a:t>Yang </a:t>
            </a:r>
            <a:r>
              <a:rPr lang="en-US" sz="1100" dirty="0" err="1"/>
              <a:t>pertama</a:t>
            </a:r>
            <a:r>
              <a:rPr lang="en-US" sz="1100" dirty="0"/>
              <a:t>, markdown </a:t>
            </a:r>
            <a:r>
              <a:rPr lang="en-US" sz="1100" dirty="0" err="1"/>
              <a:t>dapat</a:t>
            </a:r>
            <a:r>
              <a:rPr lang="en-US" sz="1100" dirty="0"/>
              <a:t> </a:t>
            </a:r>
            <a:r>
              <a:rPr lang="en-US" sz="1100" dirty="0" err="1"/>
              <a:t>digunakan</a:t>
            </a:r>
            <a:r>
              <a:rPr lang="en-US" sz="1100" dirty="0"/>
              <a:t> </a:t>
            </a:r>
            <a:r>
              <a:rPr lang="en-US" sz="1100" dirty="0" err="1"/>
              <a:t>untuk</a:t>
            </a:r>
            <a:r>
              <a:rPr lang="en-US" sz="1100" dirty="0"/>
              <a:t> </a:t>
            </a:r>
            <a:r>
              <a:rPr lang="en-US" sz="1100" dirty="0" err="1"/>
              <a:t>banyak</a:t>
            </a:r>
            <a:r>
              <a:rPr lang="en-US" sz="1100" dirty="0"/>
              <a:t> </a:t>
            </a:r>
            <a:r>
              <a:rPr lang="en-US" sz="1100" dirty="0" err="1"/>
              <a:t>hal</a:t>
            </a:r>
            <a:r>
              <a:rPr lang="en-US" sz="1100" dirty="0"/>
              <a:t>, </a:t>
            </a:r>
            <a:r>
              <a:rPr lang="en-US" sz="1100" dirty="0" err="1"/>
              <a:t>seperti</a:t>
            </a:r>
            <a:r>
              <a:rPr lang="en-US" sz="1100" dirty="0"/>
              <a:t> </a:t>
            </a:r>
            <a:r>
              <a:rPr lang="en-US" sz="1100" dirty="0" err="1"/>
              <a:t>menulis</a:t>
            </a:r>
            <a:r>
              <a:rPr lang="en-US" sz="1100" dirty="0"/>
              <a:t> </a:t>
            </a:r>
            <a:r>
              <a:rPr lang="en-US" sz="1100" dirty="0" err="1"/>
              <a:t>dokumen</a:t>
            </a:r>
            <a:r>
              <a:rPr lang="en-US" sz="1100" dirty="0"/>
              <a:t>, </a:t>
            </a:r>
            <a:r>
              <a:rPr lang="en-US" sz="1100" dirty="0" err="1"/>
              <a:t>membuat</a:t>
            </a:r>
            <a:r>
              <a:rPr lang="en-US" sz="1100" dirty="0"/>
              <a:t> </a:t>
            </a:r>
            <a:r>
              <a:rPr lang="en-US" sz="1100" dirty="0" err="1"/>
              <a:t>catatan</a:t>
            </a:r>
            <a:r>
              <a:rPr lang="en-US" sz="1100" dirty="0"/>
              <a:t>, </a:t>
            </a:r>
            <a:r>
              <a:rPr lang="en-US" sz="1100" dirty="0" err="1"/>
              <a:t>menulis</a:t>
            </a:r>
            <a:r>
              <a:rPr lang="en-US" sz="1100" dirty="0"/>
              <a:t> </a:t>
            </a:r>
            <a:r>
              <a:rPr lang="en-US" sz="1100" dirty="0" err="1"/>
              <a:t>buku</a:t>
            </a:r>
            <a:r>
              <a:rPr lang="en-US" sz="1100" dirty="0"/>
              <a:t>, </a:t>
            </a:r>
            <a:r>
              <a:rPr lang="en-US" sz="1100" dirty="0" err="1"/>
              <a:t>menggunakannya</a:t>
            </a:r>
            <a:r>
              <a:rPr lang="en-US" sz="1100" dirty="0"/>
              <a:t> </a:t>
            </a:r>
            <a:r>
              <a:rPr lang="en-US" sz="1100" dirty="0" err="1"/>
              <a:t>untuk</a:t>
            </a:r>
            <a:r>
              <a:rPr lang="en-US" sz="1100" dirty="0"/>
              <a:t> </a:t>
            </a:r>
            <a:r>
              <a:rPr lang="en-US" sz="1100" dirty="0" err="1"/>
              <a:t>membuat</a:t>
            </a:r>
            <a:r>
              <a:rPr lang="en-US" sz="1100" dirty="0"/>
              <a:t> </a:t>
            </a:r>
            <a:r>
              <a:rPr lang="en-US" sz="1100" dirty="0" err="1"/>
              <a:t>bahan</a:t>
            </a:r>
            <a:r>
              <a:rPr lang="en-US" sz="1100" dirty="0"/>
              <a:t> </a:t>
            </a:r>
            <a:r>
              <a:rPr lang="en-US" sz="1100" dirty="0" err="1"/>
              <a:t>presentasi</a:t>
            </a:r>
            <a:r>
              <a:rPr lang="en-US" sz="1100" dirty="0"/>
              <a:t>, </a:t>
            </a:r>
            <a:r>
              <a:rPr lang="en-US" sz="1100" dirty="0" err="1"/>
              <a:t>memformat</a:t>
            </a:r>
            <a:r>
              <a:rPr lang="en-US" sz="1100" dirty="0"/>
              <a:t> tulisan </a:t>
            </a:r>
            <a:r>
              <a:rPr lang="en-US" sz="1100" dirty="0" err="1"/>
              <a:t>untuk</a:t>
            </a:r>
            <a:r>
              <a:rPr lang="en-US" sz="1100" dirty="0"/>
              <a:t> </a:t>
            </a:r>
            <a:r>
              <a:rPr lang="en-US" sz="1100" dirty="0" err="1"/>
              <a:t>dikirim</a:t>
            </a:r>
            <a:r>
              <a:rPr lang="en-US" sz="1100" dirty="0"/>
              <a:t> email, dan juga </a:t>
            </a:r>
            <a:r>
              <a:rPr lang="en-US" sz="1100" dirty="0" err="1"/>
              <a:t>membuat</a:t>
            </a:r>
            <a:r>
              <a:rPr lang="en-US" sz="1100" dirty="0"/>
              <a:t> </a:t>
            </a:r>
            <a:r>
              <a:rPr lang="en-US" sz="1100" dirty="0" err="1"/>
              <a:t>teknikal</a:t>
            </a:r>
            <a:r>
              <a:rPr lang="en-US" sz="1100" dirty="0"/>
              <a:t> </a:t>
            </a:r>
            <a:r>
              <a:rPr lang="en-US" sz="1100" dirty="0" err="1"/>
              <a:t>dokumen</a:t>
            </a:r>
            <a:r>
              <a:rPr lang="en-US" sz="1100" dirty="0"/>
              <a:t>.</a:t>
            </a:r>
          </a:p>
          <a:p>
            <a:pPr marL="158750" indent="0">
              <a:buNone/>
            </a:pPr>
            <a:endParaRPr lang="en-ID" dirty="0"/>
          </a:p>
        </p:txBody>
      </p:sp>
    </p:spTree>
    <p:extLst>
      <p:ext uri="{BB962C8B-B14F-4D97-AF65-F5344CB8AC3E}">
        <p14:creationId xmlns:p14="http://schemas.microsoft.com/office/powerpoint/2010/main" val="12744464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b23bfc37bf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3" name="Google Shape;723;gb23bfc37bf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SzPts val="1100"/>
              <a:buNone/>
            </a:pPr>
            <a:r>
              <a:rPr lang="en-US" sz="1400"/>
              <a:t>Yang kedua, markdown bersifat portable. Kemungkinan besar, kita pasti pernah menulis dokumen menggunakan microsoft word. Ekstensi file yang dihasilkan dapat berbentuk .doc maupun .docx. Kedua file ini jika kita buka dengan aplikasi selain microsoft word, libre office misalnya, besar kemungkinan format tulisan yang sudah kita buat akan menjadi berantakan. Walaupun Libre Office mampu membuka dan membaca file dengan ekstensi .doc atau .docx, Libre Office tidak dapat menampilkannya dengan sempurna. Ini menunjukkan bahwa file .doc dan .docx ini hanya tergantung dengan aplikasi microsoft word. </a:t>
            </a:r>
            <a:endParaRPr sz="1400"/>
          </a:p>
          <a:p>
            <a:pPr marL="0" lvl="0" indent="0" algn="just" rtl="0">
              <a:lnSpc>
                <a:spcPct val="150000"/>
              </a:lnSpc>
              <a:spcBef>
                <a:spcPts val="0"/>
              </a:spcBef>
              <a:spcAft>
                <a:spcPts val="0"/>
              </a:spcAft>
              <a:buSzPts val="1100"/>
              <a:buNone/>
            </a:pPr>
            <a:endParaRPr sz="1400"/>
          </a:p>
          <a:p>
            <a:pPr marL="0" lvl="0" indent="0" algn="just" rtl="0">
              <a:lnSpc>
                <a:spcPct val="150000"/>
              </a:lnSpc>
              <a:spcBef>
                <a:spcPts val="0"/>
              </a:spcBef>
              <a:spcAft>
                <a:spcPts val="0"/>
              </a:spcAft>
              <a:buSzPts val="1100"/>
              <a:buNone/>
            </a:pPr>
            <a:r>
              <a:rPr lang="en-US" sz="1400"/>
              <a:t>Berbeda dengan file markdown yang tetap menampilkan format yang benar walaupun menggunakan aplikasi yang berbeda, sehingga kita tidak perlu panik jika harus mengganti aplikasi yang digunakan.</a:t>
            </a:r>
            <a:endParaRPr sz="14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pic>
        <p:nvPicPr>
          <p:cNvPr id="12" name="Google Shape;12;p7"/>
          <p:cNvPicPr preferRelativeResize="0"/>
          <p:nvPr/>
        </p:nvPicPr>
        <p:blipFill rotWithShape="1">
          <a:blip r:embed="rId2">
            <a:alphaModFix/>
          </a:blip>
          <a:srcRect/>
          <a:stretch/>
        </p:blipFill>
        <p:spPr>
          <a:xfrm>
            <a:off x="1428" y="0"/>
            <a:ext cx="9142571" cy="5143500"/>
          </a:xfrm>
          <a:prstGeom prst="rect">
            <a:avLst/>
          </a:prstGeom>
          <a:noFill/>
          <a:ln>
            <a:noFill/>
          </a:ln>
        </p:spPr>
      </p:pic>
      <p:sp>
        <p:nvSpPr>
          <p:cNvPr id="13" name="Google Shape;13;p7"/>
          <p:cNvSpPr txBox="1">
            <a:spLocks noGrp="1"/>
          </p:cNvSpPr>
          <p:nvPr>
            <p:ph type="ctrTitle"/>
          </p:nvPr>
        </p:nvSpPr>
        <p:spPr>
          <a:xfrm>
            <a:off x="685800" y="841773"/>
            <a:ext cx="7772400" cy="2322900"/>
          </a:xfrm>
          <a:prstGeom prst="rect">
            <a:avLst/>
          </a:prstGeom>
          <a:noFill/>
          <a:ln>
            <a:noFill/>
          </a:ln>
        </p:spPr>
        <p:txBody>
          <a:bodyPr spcFirstLastPara="1" wrap="square" lIns="69775" tIns="34875" rIns="69775" bIns="34875" anchor="b" anchorCtr="0">
            <a:noAutofit/>
          </a:bodyPr>
          <a:lstStyle>
            <a:lvl1pPr lvl="0" algn="l">
              <a:lnSpc>
                <a:spcPct val="90000"/>
              </a:lnSpc>
              <a:spcBef>
                <a:spcPts val="0"/>
              </a:spcBef>
              <a:spcAft>
                <a:spcPts val="0"/>
              </a:spcAft>
              <a:buClr>
                <a:schemeClr val="lt1"/>
              </a:buClr>
              <a:buSzPts val="5000"/>
              <a:buFont typeface="Montserrat"/>
              <a:buNone/>
              <a:defRPr sz="5000" b="1" u="none">
                <a:solidFill>
                  <a:schemeClr val="lt1"/>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 name="Google Shape;14;p7"/>
          <p:cNvSpPr txBox="1">
            <a:spLocks noGrp="1"/>
          </p:cNvSpPr>
          <p:nvPr>
            <p:ph type="subTitle" idx="1"/>
          </p:nvPr>
        </p:nvSpPr>
        <p:spPr>
          <a:xfrm>
            <a:off x="685800" y="3267075"/>
            <a:ext cx="7772400" cy="676200"/>
          </a:xfrm>
          <a:prstGeom prst="rect">
            <a:avLst/>
          </a:prstGeom>
          <a:noFill/>
          <a:ln>
            <a:noFill/>
          </a:ln>
        </p:spPr>
        <p:txBody>
          <a:bodyPr spcFirstLastPara="1" wrap="square" lIns="69775" tIns="34875" rIns="69775" bIns="34875" anchor="t" anchorCtr="0">
            <a:noAutofit/>
          </a:bodyPr>
          <a:lstStyle>
            <a:lvl1pPr lvl="0" algn="l">
              <a:lnSpc>
                <a:spcPct val="90000"/>
              </a:lnSpc>
              <a:spcBef>
                <a:spcPts val="800"/>
              </a:spcBef>
              <a:spcAft>
                <a:spcPts val="0"/>
              </a:spcAft>
              <a:buClr>
                <a:schemeClr val="lt1"/>
              </a:buClr>
              <a:buSzPts val="1800"/>
              <a:buNone/>
              <a:defRPr sz="1800" b="1">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5" name="Google Shape;15;p7"/>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7"/>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
        <p:nvSpPr>
          <p:cNvPr id="17" name="Google Shape;17;p7"/>
          <p:cNvSpPr/>
          <p:nvPr/>
        </p:nvSpPr>
        <p:spPr>
          <a:xfrm>
            <a:off x="801711" y="511935"/>
            <a:ext cx="2944800" cy="329700"/>
          </a:xfrm>
          <a:prstGeom prst="rect">
            <a:avLst/>
          </a:prstGeom>
          <a:solidFill>
            <a:srgbClr val="009696"/>
          </a:solidFill>
          <a:ln>
            <a:noFill/>
          </a:ln>
        </p:spPr>
        <p:txBody>
          <a:bodyPr spcFirstLastPara="1" wrap="square" lIns="69775" tIns="34875" rIns="69775" bIns="348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Montserrat Medium"/>
                <a:ea typeface="Montserrat Medium"/>
                <a:cs typeface="Montserrat Medium"/>
                <a:sym typeface="Montserrat Medium"/>
              </a:rPr>
              <a:t>Modul 3</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pic>
        <p:nvPicPr>
          <p:cNvPr id="19" name="Google Shape;19;p8"/>
          <p:cNvPicPr preferRelativeResize="0"/>
          <p:nvPr/>
        </p:nvPicPr>
        <p:blipFill rotWithShape="1">
          <a:blip r:embed="rId2">
            <a:alphaModFix/>
          </a:blip>
          <a:srcRect/>
          <a:stretch/>
        </p:blipFill>
        <p:spPr>
          <a:xfrm>
            <a:off x="714" y="0"/>
            <a:ext cx="9142571" cy="5143500"/>
          </a:xfrm>
          <a:prstGeom prst="rect">
            <a:avLst/>
          </a:prstGeom>
          <a:noFill/>
          <a:ln>
            <a:noFill/>
          </a:ln>
        </p:spPr>
      </p:pic>
      <p:sp>
        <p:nvSpPr>
          <p:cNvPr id="20" name="Google Shape;20;p8"/>
          <p:cNvSpPr txBox="1">
            <a:spLocks noGrp="1"/>
          </p:cNvSpPr>
          <p:nvPr>
            <p:ph type="title"/>
          </p:nvPr>
        </p:nvSpPr>
        <p:spPr>
          <a:xfrm>
            <a:off x="628650" y="273846"/>
            <a:ext cx="7886700" cy="994200"/>
          </a:xfrm>
          <a:prstGeom prst="rect">
            <a:avLst/>
          </a:prstGeom>
          <a:noFill/>
          <a:ln>
            <a:noFill/>
          </a:ln>
        </p:spPr>
        <p:txBody>
          <a:bodyPr spcFirstLastPara="1" wrap="square" lIns="69775" tIns="34875" rIns="69775" bIns="34875" anchor="ctr" anchorCtr="0">
            <a:noAutofit/>
          </a:bodyPr>
          <a:lstStyle>
            <a:lvl1pPr lvl="0" algn="l">
              <a:lnSpc>
                <a:spcPct val="90000"/>
              </a:lnSpc>
              <a:spcBef>
                <a:spcPts val="0"/>
              </a:spcBef>
              <a:spcAft>
                <a:spcPts val="0"/>
              </a:spcAft>
              <a:buClr>
                <a:schemeClr val="dk1"/>
              </a:buClr>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8"/>
          <p:cNvSpPr txBox="1">
            <a:spLocks noGrp="1"/>
          </p:cNvSpPr>
          <p:nvPr>
            <p:ph type="body" idx="1"/>
          </p:nvPr>
        </p:nvSpPr>
        <p:spPr>
          <a:xfrm>
            <a:off x="628650" y="1369219"/>
            <a:ext cx="7886700" cy="3126600"/>
          </a:xfrm>
          <a:prstGeom prst="rect">
            <a:avLst/>
          </a:prstGeom>
          <a:noFill/>
          <a:ln>
            <a:noFill/>
          </a:ln>
        </p:spPr>
        <p:txBody>
          <a:bodyPr spcFirstLastPara="1" wrap="square" lIns="69775" tIns="34875" rIns="69775" bIns="34875" anchor="t" anchorCtr="0">
            <a:noAutofit/>
          </a:bodyPr>
          <a:lstStyle>
            <a:lvl1pPr marL="457200" lvl="0" indent="-342900" algn="l">
              <a:lnSpc>
                <a:spcPct val="90000"/>
              </a:lnSpc>
              <a:spcBef>
                <a:spcPts val="800"/>
              </a:spcBef>
              <a:spcAft>
                <a:spcPts val="0"/>
              </a:spcAft>
              <a:buClr>
                <a:schemeClr val="dk1"/>
              </a:buClr>
              <a:buSzPts val="1800"/>
              <a:buChar char="•"/>
              <a:defRPr sz="1800">
                <a:latin typeface="Arial"/>
                <a:ea typeface="Arial"/>
                <a:cs typeface="Arial"/>
                <a:sym typeface="Arial"/>
              </a:defRPr>
            </a:lvl1pPr>
            <a:lvl2pPr marL="914400" lvl="1" indent="-323850" algn="l">
              <a:lnSpc>
                <a:spcPct val="90000"/>
              </a:lnSpc>
              <a:spcBef>
                <a:spcPts val="400"/>
              </a:spcBef>
              <a:spcAft>
                <a:spcPts val="0"/>
              </a:spcAft>
              <a:buClr>
                <a:schemeClr val="dk1"/>
              </a:buClr>
              <a:buSzPts val="1500"/>
              <a:buChar char="•"/>
              <a:defRPr sz="1500">
                <a:latin typeface="Arial"/>
                <a:ea typeface="Arial"/>
                <a:cs typeface="Arial"/>
                <a:sym typeface="Arial"/>
              </a:defRPr>
            </a:lvl2pPr>
            <a:lvl3pPr marL="1371600" lvl="2" indent="-317500" algn="l">
              <a:lnSpc>
                <a:spcPct val="90000"/>
              </a:lnSpc>
              <a:spcBef>
                <a:spcPts val="400"/>
              </a:spcBef>
              <a:spcAft>
                <a:spcPts val="0"/>
              </a:spcAft>
              <a:buClr>
                <a:schemeClr val="dk1"/>
              </a:buClr>
              <a:buSzPts val="1400"/>
              <a:buChar char="•"/>
              <a:defRPr sz="1400">
                <a:latin typeface="Arial"/>
                <a:ea typeface="Arial"/>
                <a:cs typeface="Arial"/>
                <a:sym typeface="Arial"/>
              </a:defRPr>
            </a:lvl3pPr>
            <a:lvl4pPr marL="1828800" lvl="3" indent="-304800" algn="l">
              <a:lnSpc>
                <a:spcPct val="90000"/>
              </a:lnSpc>
              <a:spcBef>
                <a:spcPts val="400"/>
              </a:spcBef>
              <a:spcAft>
                <a:spcPts val="0"/>
              </a:spcAft>
              <a:buClr>
                <a:schemeClr val="dk1"/>
              </a:buClr>
              <a:buSzPts val="1200"/>
              <a:buChar char="•"/>
              <a:defRPr sz="1200">
                <a:latin typeface="Arial"/>
                <a:ea typeface="Arial"/>
                <a:cs typeface="Arial"/>
                <a:sym typeface="Arial"/>
              </a:defRPr>
            </a:lvl4pPr>
            <a:lvl5pPr marL="2286000" lvl="4" indent="-304800" algn="l">
              <a:lnSpc>
                <a:spcPct val="90000"/>
              </a:lnSpc>
              <a:spcBef>
                <a:spcPts val="400"/>
              </a:spcBef>
              <a:spcAft>
                <a:spcPts val="0"/>
              </a:spcAft>
              <a:buClr>
                <a:schemeClr val="dk1"/>
              </a:buClr>
              <a:buSzPts val="1200"/>
              <a:buChar char="•"/>
              <a:defRPr sz="1200">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2" name="Google Shape;22;p8"/>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 name="Google Shape;23;p8"/>
          <p:cNvSpPr txBox="1">
            <a:spLocks noGrp="1"/>
          </p:cNvSpPr>
          <p:nvPr>
            <p:ph type="ftr" idx="11"/>
          </p:nvPr>
        </p:nvSpPr>
        <p:spPr>
          <a:xfrm>
            <a:off x="3028950" y="4767265"/>
            <a:ext cx="3086100" cy="273900"/>
          </a:xfrm>
          <a:prstGeom prst="rect">
            <a:avLst/>
          </a:prstGeom>
          <a:noFill/>
          <a:ln>
            <a:noFill/>
          </a:ln>
        </p:spPr>
        <p:txBody>
          <a:bodyPr spcFirstLastPara="1" wrap="square" lIns="69775" tIns="34875" rIns="69775" bIns="348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4" name="Google Shape;24;p8"/>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25"/>
        <p:cNvGrpSpPr/>
        <p:nvPr/>
      </p:nvGrpSpPr>
      <p:grpSpPr>
        <a:xfrm>
          <a:off x="0" y="0"/>
          <a:ext cx="0" cy="0"/>
          <a:chOff x="0" y="0"/>
          <a:chExt cx="0" cy="0"/>
        </a:xfrm>
      </p:grpSpPr>
      <p:pic>
        <p:nvPicPr>
          <p:cNvPr id="26" name="Google Shape;26;p9"/>
          <p:cNvPicPr preferRelativeResize="0"/>
          <p:nvPr/>
        </p:nvPicPr>
        <p:blipFill rotWithShape="1">
          <a:blip r:embed="rId2">
            <a:alphaModFix/>
          </a:blip>
          <a:srcRect/>
          <a:stretch/>
        </p:blipFill>
        <p:spPr>
          <a:xfrm>
            <a:off x="714" y="0"/>
            <a:ext cx="9142571" cy="5143500"/>
          </a:xfrm>
          <a:prstGeom prst="rect">
            <a:avLst/>
          </a:prstGeom>
          <a:noFill/>
          <a:ln>
            <a:noFill/>
          </a:ln>
        </p:spPr>
      </p:pic>
      <p:sp>
        <p:nvSpPr>
          <p:cNvPr id="27" name="Google Shape;27;p9"/>
          <p:cNvSpPr/>
          <p:nvPr/>
        </p:nvSpPr>
        <p:spPr>
          <a:xfrm>
            <a:off x="0" y="1412906"/>
            <a:ext cx="9144000" cy="1987200"/>
          </a:xfrm>
          <a:prstGeom prst="rect">
            <a:avLst/>
          </a:prstGeom>
          <a:solidFill>
            <a:srgbClr val="0A7972"/>
          </a:solidFill>
          <a:ln>
            <a:noFill/>
          </a:ln>
        </p:spPr>
        <p:txBody>
          <a:bodyPr spcFirstLastPara="1" wrap="square" lIns="69775" tIns="34875" rIns="69775" bIns="348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1" i="0" u="none" strike="noStrike" cap="none">
              <a:solidFill>
                <a:schemeClr val="lt1"/>
              </a:solidFill>
              <a:latin typeface="Arial"/>
              <a:ea typeface="Arial"/>
              <a:cs typeface="Arial"/>
              <a:sym typeface="Arial"/>
            </a:endParaRPr>
          </a:p>
        </p:txBody>
      </p:sp>
      <p:sp>
        <p:nvSpPr>
          <p:cNvPr id="28" name="Google Shape;28;p9"/>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9"/>
          <p:cNvSpPr txBox="1">
            <a:spLocks noGrp="1"/>
          </p:cNvSpPr>
          <p:nvPr>
            <p:ph type="ftr" idx="11"/>
          </p:nvPr>
        </p:nvSpPr>
        <p:spPr>
          <a:xfrm>
            <a:off x="3028950" y="4767265"/>
            <a:ext cx="3086100" cy="273900"/>
          </a:xfrm>
          <a:prstGeom prst="rect">
            <a:avLst/>
          </a:prstGeom>
          <a:noFill/>
          <a:ln>
            <a:noFill/>
          </a:ln>
        </p:spPr>
        <p:txBody>
          <a:bodyPr spcFirstLastPara="1" wrap="square" lIns="69775" tIns="34875" rIns="69775" bIns="348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0" name="Google Shape;30;p9"/>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
        <p:nvSpPr>
          <p:cNvPr id="31" name="Google Shape;31;p9"/>
          <p:cNvSpPr txBox="1">
            <a:spLocks noGrp="1"/>
          </p:cNvSpPr>
          <p:nvPr>
            <p:ph type="title"/>
          </p:nvPr>
        </p:nvSpPr>
        <p:spPr>
          <a:xfrm>
            <a:off x="623888" y="1762125"/>
            <a:ext cx="7886700" cy="872100"/>
          </a:xfrm>
          <a:prstGeom prst="rect">
            <a:avLst/>
          </a:prstGeom>
          <a:noFill/>
          <a:ln>
            <a:noFill/>
          </a:ln>
        </p:spPr>
        <p:txBody>
          <a:bodyPr spcFirstLastPara="1" wrap="square" lIns="69775" tIns="34875" rIns="69775" bIns="34875" anchor="b" anchorCtr="0">
            <a:noAutofit/>
          </a:bodyPr>
          <a:lstStyle>
            <a:lvl1pPr lvl="0" algn="ctr">
              <a:lnSpc>
                <a:spcPct val="90000"/>
              </a:lnSpc>
              <a:spcBef>
                <a:spcPts val="0"/>
              </a:spcBef>
              <a:spcAft>
                <a:spcPts val="0"/>
              </a:spcAft>
              <a:buClr>
                <a:schemeClr val="lt1"/>
              </a:buClr>
              <a:buSzPts val="3400"/>
              <a:buFont typeface="Montserrat Medium"/>
              <a:buNone/>
              <a:defRPr sz="3400">
                <a:solidFill>
                  <a:schemeClr val="lt1"/>
                </a:solidFill>
                <a:latin typeface="Montserrat Medium"/>
                <a:ea typeface="Montserrat Medium"/>
                <a:cs typeface="Montserrat Medium"/>
                <a:sym typeface="Montserrat Medium"/>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2" name="Google Shape;32;p9"/>
          <p:cNvSpPr txBox="1">
            <a:spLocks noGrp="1"/>
          </p:cNvSpPr>
          <p:nvPr>
            <p:ph type="body" idx="1"/>
          </p:nvPr>
        </p:nvSpPr>
        <p:spPr>
          <a:xfrm>
            <a:off x="623888" y="2743201"/>
            <a:ext cx="7886700" cy="342900"/>
          </a:xfrm>
          <a:prstGeom prst="rect">
            <a:avLst/>
          </a:prstGeom>
          <a:noFill/>
          <a:ln>
            <a:noFill/>
          </a:ln>
        </p:spPr>
        <p:txBody>
          <a:bodyPr spcFirstLastPara="1" wrap="square" lIns="69775" tIns="34875" rIns="69775" bIns="34875" anchor="t" anchorCtr="0">
            <a:noAutofit/>
          </a:bodyPr>
          <a:lstStyle>
            <a:lvl1pPr marL="457200" lvl="0" indent="-228600" algn="ctr">
              <a:lnSpc>
                <a:spcPct val="90000"/>
              </a:lnSpc>
              <a:spcBef>
                <a:spcPts val="800"/>
              </a:spcBef>
              <a:spcAft>
                <a:spcPts val="0"/>
              </a:spcAft>
              <a:buClr>
                <a:schemeClr val="lt1"/>
              </a:buClr>
              <a:buSzPts val="1800"/>
              <a:buNone/>
              <a:defRPr sz="1800">
                <a:solidFill>
                  <a:schemeClr val="lt1"/>
                </a:solidFill>
                <a:latin typeface="Arial"/>
                <a:ea typeface="Arial"/>
                <a:cs typeface="Arial"/>
                <a:sym typeface="Aria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pic>
        <p:nvPicPr>
          <p:cNvPr id="34" name="Google Shape;34;p10"/>
          <p:cNvPicPr preferRelativeResize="0"/>
          <p:nvPr/>
        </p:nvPicPr>
        <p:blipFill rotWithShape="1">
          <a:blip r:embed="rId2">
            <a:alphaModFix/>
          </a:blip>
          <a:srcRect/>
          <a:stretch/>
        </p:blipFill>
        <p:spPr>
          <a:xfrm>
            <a:off x="714" y="0"/>
            <a:ext cx="9142571" cy="5143500"/>
          </a:xfrm>
          <a:prstGeom prst="rect">
            <a:avLst/>
          </a:prstGeom>
          <a:noFill/>
          <a:ln>
            <a:noFill/>
          </a:ln>
        </p:spPr>
      </p:pic>
      <p:sp>
        <p:nvSpPr>
          <p:cNvPr id="35" name="Google Shape;35;p10"/>
          <p:cNvSpPr txBox="1">
            <a:spLocks noGrp="1"/>
          </p:cNvSpPr>
          <p:nvPr>
            <p:ph type="title"/>
          </p:nvPr>
        </p:nvSpPr>
        <p:spPr>
          <a:xfrm>
            <a:off x="623888" y="1282306"/>
            <a:ext cx="7886700" cy="2139600"/>
          </a:xfrm>
          <a:prstGeom prst="rect">
            <a:avLst/>
          </a:prstGeom>
          <a:noFill/>
          <a:ln>
            <a:noFill/>
          </a:ln>
        </p:spPr>
        <p:txBody>
          <a:bodyPr spcFirstLastPara="1" wrap="square" lIns="69775" tIns="34875" rIns="69775" bIns="34875" anchor="b" anchorCtr="0">
            <a:noAutofit/>
          </a:bodyPr>
          <a:lstStyle>
            <a:lvl1pPr lvl="0" algn="l">
              <a:lnSpc>
                <a:spcPct val="90000"/>
              </a:lnSpc>
              <a:spcBef>
                <a:spcPts val="0"/>
              </a:spcBef>
              <a:spcAft>
                <a:spcPts val="0"/>
              </a:spcAft>
              <a:buClr>
                <a:schemeClr val="dk1"/>
              </a:buClr>
              <a:buSzPts val="4600"/>
              <a:buFont typeface="Montserrat Medium"/>
              <a:buNone/>
              <a:defRPr sz="46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6" name="Google Shape;36;p10"/>
          <p:cNvSpPr txBox="1">
            <a:spLocks noGrp="1"/>
          </p:cNvSpPr>
          <p:nvPr>
            <p:ph type="body" idx="1"/>
          </p:nvPr>
        </p:nvSpPr>
        <p:spPr>
          <a:xfrm>
            <a:off x="623888" y="3442100"/>
            <a:ext cx="7886700" cy="1125000"/>
          </a:xfrm>
          <a:prstGeom prst="rect">
            <a:avLst/>
          </a:prstGeom>
          <a:noFill/>
          <a:ln>
            <a:noFill/>
          </a:ln>
        </p:spPr>
        <p:txBody>
          <a:bodyPr spcFirstLastPara="1" wrap="square" lIns="69775" tIns="34875" rIns="69775" bIns="34875" anchor="t" anchorCtr="0">
            <a:noAutofit/>
          </a:bodyPr>
          <a:lstStyle>
            <a:lvl1pPr marL="457200" lvl="0" indent="-228600" algn="l">
              <a:lnSpc>
                <a:spcPct val="90000"/>
              </a:lnSpc>
              <a:spcBef>
                <a:spcPts val="800"/>
              </a:spcBef>
              <a:spcAft>
                <a:spcPts val="0"/>
              </a:spcAft>
              <a:buClr>
                <a:schemeClr val="dk1"/>
              </a:buClr>
              <a:buSzPts val="1800"/>
              <a:buNone/>
              <a:defRPr sz="18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37" name="Google Shape;37;p10"/>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8" name="Google Shape;38;p10"/>
          <p:cNvSpPr txBox="1">
            <a:spLocks noGrp="1"/>
          </p:cNvSpPr>
          <p:nvPr>
            <p:ph type="ftr" idx="11"/>
          </p:nvPr>
        </p:nvSpPr>
        <p:spPr>
          <a:xfrm>
            <a:off x="3028950" y="4767265"/>
            <a:ext cx="3086100" cy="273900"/>
          </a:xfrm>
          <a:prstGeom prst="rect">
            <a:avLst/>
          </a:prstGeom>
          <a:noFill/>
          <a:ln>
            <a:noFill/>
          </a:ln>
        </p:spPr>
        <p:txBody>
          <a:bodyPr spcFirstLastPara="1" wrap="square" lIns="69775" tIns="34875" rIns="69775" bIns="348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9" name="Google Shape;39;p10"/>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pic>
        <p:nvPicPr>
          <p:cNvPr id="41" name="Google Shape;41;p11"/>
          <p:cNvPicPr preferRelativeResize="0"/>
          <p:nvPr/>
        </p:nvPicPr>
        <p:blipFill rotWithShape="1">
          <a:blip r:embed="rId2">
            <a:alphaModFix/>
          </a:blip>
          <a:srcRect/>
          <a:stretch/>
        </p:blipFill>
        <p:spPr>
          <a:xfrm>
            <a:off x="714" y="0"/>
            <a:ext cx="9142571" cy="5143500"/>
          </a:xfrm>
          <a:prstGeom prst="rect">
            <a:avLst/>
          </a:prstGeom>
          <a:noFill/>
          <a:ln>
            <a:noFill/>
          </a:ln>
        </p:spPr>
      </p:pic>
      <p:sp>
        <p:nvSpPr>
          <p:cNvPr id="42" name="Google Shape;42;p11"/>
          <p:cNvSpPr txBox="1">
            <a:spLocks noGrp="1"/>
          </p:cNvSpPr>
          <p:nvPr>
            <p:ph type="title"/>
          </p:nvPr>
        </p:nvSpPr>
        <p:spPr>
          <a:xfrm>
            <a:off x="628650" y="273846"/>
            <a:ext cx="7886700" cy="994200"/>
          </a:xfrm>
          <a:prstGeom prst="rect">
            <a:avLst/>
          </a:prstGeom>
          <a:noFill/>
          <a:ln>
            <a:noFill/>
          </a:ln>
        </p:spPr>
        <p:txBody>
          <a:bodyPr spcFirstLastPara="1" wrap="square" lIns="69775" tIns="34875" rIns="69775" bIns="34875" anchor="ctr" anchorCtr="0">
            <a:noAutofit/>
          </a:bodyPr>
          <a:lstStyle>
            <a:lvl1pPr lvl="0" algn="l">
              <a:lnSpc>
                <a:spcPct val="90000"/>
              </a:lnSpc>
              <a:spcBef>
                <a:spcPts val="0"/>
              </a:spcBef>
              <a:spcAft>
                <a:spcPts val="0"/>
              </a:spcAft>
              <a:buClr>
                <a:schemeClr val="dk1"/>
              </a:buClr>
              <a:buSzPts val="2700"/>
              <a:buFont typeface="Roboto"/>
              <a:buNone/>
              <a:defRPr sz="2700">
                <a:latin typeface="Roboto"/>
                <a:ea typeface="Roboto"/>
                <a:cs typeface="Roboto"/>
                <a:sym typeface="Roboto"/>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11"/>
          <p:cNvSpPr txBox="1">
            <a:spLocks noGrp="1"/>
          </p:cNvSpPr>
          <p:nvPr>
            <p:ph type="body" idx="1"/>
          </p:nvPr>
        </p:nvSpPr>
        <p:spPr>
          <a:xfrm>
            <a:off x="628650" y="1369219"/>
            <a:ext cx="3886200" cy="3263400"/>
          </a:xfrm>
          <a:prstGeom prst="rect">
            <a:avLst/>
          </a:prstGeom>
          <a:noFill/>
          <a:ln>
            <a:noFill/>
          </a:ln>
        </p:spPr>
        <p:txBody>
          <a:bodyPr spcFirstLastPara="1" wrap="square" lIns="69775" tIns="34875" rIns="69775" bIns="34875" anchor="t" anchorCtr="0">
            <a:noAutofit/>
          </a:bodyPr>
          <a:lstStyle>
            <a:lvl1pPr marL="457200" lvl="0" indent="-342900" algn="l">
              <a:lnSpc>
                <a:spcPct val="90000"/>
              </a:lnSpc>
              <a:spcBef>
                <a:spcPts val="800"/>
              </a:spcBef>
              <a:spcAft>
                <a:spcPts val="0"/>
              </a:spcAft>
              <a:buClr>
                <a:schemeClr val="dk1"/>
              </a:buClr>
              <a:buSzPts val="1800"/>
              <a:buChar char="•"/>
              <a:defRPr sz="1800">
                <a:latin typeface="Roboto"/>
                <a:ea typeface="Roboto"/>
                <a:cs typeface="Roboto"/>
                <a:sym typeface="Roboto"/>
              </a:defRPr>
            </a:lvl1pPr>
            <a:lvl2pPr marL="914400" lvl="1" indent="-323850" algn="l">
              <a:lnSpc>
                <a:spcPct val="90000"/>
              </a:lnSpc>
              <a:spcBef>
                <a:spcPts val="400"/>
              </a:spcBef>
              <a:spcAft>
                <a:spcPts val="0"/>
              </a:spcAft>
              <a:buClr>
                <a:schemeClr val="dk1"/>
              </a:buClr>
              <a:buSzPts val="1500"/>
              <a:buChar char="•"/>
              <a:defRPr sz="1500">
                <a:latin typeface="Roboto"/>
                <a:ea typeface="Roboto"/>
                <a:cs typeface="Roboto"/>
                <a:sym typeface="Roboto"/>
              </a:defRPr>
            </a:lvl2pPr>
            <a:lvl3pPr marL="1371600" lvl="2" indent="-317500" algn="l">
              <a:lnSpc>
                <a:spcPct val="90000"/>
              </a:lnSpc>
              <a:spcBef>
                <a:spcPts val="400"/>
              </a:spcBef>
              <a:spcAft>
                <a:spcPts val="0"/>
              </a:spcAft>
              <a:buClr>
                <a:schemeClr val="dk1"/>
              </a:buClr>
              <a:buSzPts val="1400"/>
              <a:buChar char="•"/>
              <a:defRPr sz="1400">
                <a:latin typeface="Roboto"/>
                <a:ea typeface="Roboto"/>
                <a:cs typeface="Roboto"/>
                <a:sym typeface="Roboto"/>
              </a:defRPr>
            </a:lvl3pPr>
            <a:lvl4pPr marL="1828800" lvl="3" indent="-304800" algn="l">
              <a:lnSpc>
                <a:spcPct val="90000"/>
              </a:lnSpc>
              <a:spcBef>
                <a:spcPts val="400"/>
              </a:spcBef>
              <a:spcAft>
                <a:spcPts val="0"/>
              </a:spcAft>
              <a:buClr>
                <a:schemeClr val="dk1"/>
              </a:buClr>
              <a:buSzPts val="1200"/>
              <a:buChar char="•"/>
              <a:defRPr sz="1200">
                <a:latin typeface="Roboto"/>
                <a:ea typeface="Roboto"/>
                <a:cs typeface="Roboto"/>
                <a:sym typeface="Roboto"/>
              </a:defRPr>
            </a:lvl4pPr>
            <a:lvl5pPr marL="2286000" lvl="4" indent="-304800" algn="l">
              <a:lnSpc>
                <a:spcPct val="90000"/>
              </a:lnSpc>
              <a:spcBef>
                <a:spcPts val="400"/>
              </a:spcBef>
              <a:spcAft>
                <a:spcPts val="0"/>
              </a:spcAft>
              <a:buClr>
                <a:schemeClr val="dk1"/>
              </a:buClr>
              <a:buSzPts val="1200"/>
              <a:buChar char="•"/>
              <a:defRPr sz="1200">
                <a:latin typeface="Roboto"/>
                <a:ea typeface="Roboto"/>
                <a:cs typeface="Roboto"/>
                <a:sym typeface="Roboto"/>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4" name="Google Shape;44;p11"/>
          <p:cNvSpPr txBox="1">
            <a:spLocks noGrp="1"/>
          </p:cNvSpPr>
          <p:nvPr>
            <p:ph type="body" idx="2"/>
          </p:nvPr>
        </p:nvSpPr>
        <p:spPr>
          <a:xfrm>
            <a:off x="4629150" y="1369219"/>
            <a:ext cx="3886200" cy="3263400"/>
          </a:xfrm>
          <a:prstGeom prst="rect">
            <a:avLst/>
          </a:prstGeom>
          <a:noFill/>
          <a:ln>
            <a:noFill/>
          </a:ln>
        </p:spPr>
        <p:txBody>
          <a:bodyPr spcFirstLastPara="1" wrap="square" lIns="69775" tIns="34875" rIns="69775" bIns="34875" anchor="t" anchorCtr="0">
            <a:noAutofit/>
          </a:bodyPr>
          <a:lstStyle>
            <a:lvl1pPr marL="457200" lvl="0" indent="-342900" algn="l">
              <a:lnSpc>
                <a:spcPct val="90000"/>
              </a:lnSpc>
              <a:spcBef>
                <a:spcPts val="800"/>
              </a:spcBef>
              <a:spcAft>
                <a:spcPts val="0"/>
              </a:spcAft>
              <a:buClr>
                <a:schemeClr val="dk1"/>
              </a:buClr>
              <a:buSzPts val="1800"/>
              <a:buChar char="•"/>
              <a:defRPr sz="1800">
                <a:latin typeface="Roboto"/>
                <a:ea typeface="Roboto"/>
                <a:cs typeface="Roboto"/>
                <a:sym typeface="Roboto"/>
              </a:defRPr>
            </a:lvl1pPr>
            <a:lvl2pPr marL="914400" lvl="1" indent="-323850" algn="l">
              <a:lnSpc>
                <a:spcPct val="90000"/>
              </a:lnSpc>
              <a:spcBef>
                <a:spcPts val="400"/>
              </a:spcBef>
              <a:spcAft>
                <a:spcPts val="0"/>
              </a:spcAft>
              <a:buClr>
                <a:schemeClr val="dk1"/>
              </a:buClr>
              <a:buSzPts val="1500"/>
              <a:buChar char="•"/>
              <a:defRPr sz="1500">
                <a:latin typeface="Roboto"/>
                <a:ea typeface="Roboto"/>
                <a:cs typeface="Roboto"/>
                <a:sym typeface="Roboto"/>
              </a:defRPr>
            </a:lvl2pPr>
            <a:lvl3pPr marL="1371600" lvl="2" indent="-317500" algn="l">
              <a:lnSpc>
                <a:spcPct val="90000"/>
              </a:lnSpc>
              <a:spcBef>
                <a:spcPts val="400"/>
              </a:spcBef>
              <a:spcAft>
                <a:spcPts val="0"/>
              </a:spcAft>
              <a:buClr>
                <a:schemeClr val="dk1"/>
              </a:buClr>
              <a:buSzPts val="1400"/>
              <a:buChar char="•"/>
              <a:defRPr sz="1400">
                <a:latin typeface="Roboto"/>
                <a:ea typeface="Roboto"/>
                <a:cs typeface="Roboto"/>
                <a:sym typeface="Roboto"/>
              </a:defRPr>
            </a:lvl3pPr>
            <a:lvl4pPr marL="1828800" lvl="3" indent="-304800" algn="l">
              <a:lnSpc>
                <a:spcPct val="90000"/>
              </a:lnSpc>
              <a:spcBef>
                <a:spcPts val="400"/>
              </a:spcBef>
              <a:spcAft>
                <a:spcPts val="0"/>
              </a:spcAft>
              <a:buClr>
                <a:schemeClr val="dk1"/>
              </a:buClr>
              <a:buSzPts val="1200"/>
              <a:buChar char="•"/>
              <a:defRPr sz="1200">
                <a:latin typeface="Roboto"/>
                <a:ea typeface="Roboto"/>
                <a:cs typeface="Roboto"/>
                <a:sym typeface="Roboto"/>
              </a:defRPr>
            </a:lvl4pPr>
            <a:lvl5pPr marL="2286000" lvl="4" indent="-304800" algn="l">
              <a:lnSpc>
                <a:spcPct val="90000"/>
              </a:lnSpc>
              <a:spcBef>
                <a:spcPts val="400"/>
              </a:spcBef>
              <a:spcAft>
                <a:spcPts val="0"/>
              </a:spcAft>
              <a:buClr>
                <a:schemeClr val="dk1"/>
              </a:buClr>
              <a:buSzPts val="1200"/>
              <a:buChar char="•"/>
              <a:defRPr sz="1200">
                <a:latin typeface="Roboto"/>
                <a:ea typeface="Roboto"/>
                <a:cs typeface="Roboto"/>
                <a:sym typeface="Roboto"/>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5" name="Google Shape;45;p11"/>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6" name="Google Shape;46;p11"/>
          <p:cNvSpPr txBox="1">
            <a:spLocks noGrp="1"/>
          </p:cNvSpPr>
          <p:nvPr>
            <p:ph type="ftr" idx="11"/>
          </p:nvPr>
        </p:nvSpPr>
        <p:spPr>
          <a:xfrm>
            <a:off x="3028950" y="4767265"/>
            <a:ext cx="3086100" cy="273900"/>
          </a:xfrm>
          <a:prstGeom prst="rect">
            <a:avLst/>
          </a:prstGeom>
          <a:noFill/>
          <a:ln>
            <a:noFill/>
          </a:ln>
        </p:spPr>
        <p:txBody>
          <a:bodyPr spcFirstLastPara="1" wrap="square" lIns="69775" tIns="34875" rIns="69775" bIns="348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7" name="Google Shape;47;p11"/>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pic>
        <p:nvPicPr>
          <p:cNvPr id="49" name="Google Shape;49;p12"/>
          <p:cNvPicPr preferRelativeResize="0"/>
          <p:nvPr/>
        </p:nvPicPr>
        <p:blipFill rotWithShape="1">
          <a:blip r:embed="rId2">
            <a:alphaModFix/>
          </a:blip>
          <a:srcRect/>
          <a:stretch/>
        </p:blipFill>
        <p:spPr>
          <a:xfrm>
            <a:off x="714" y="0"/>
            <a:ext cx="9142571" cy="5143500"/>
          </a:xfrm>
          <a:prstGeom prst="rect">
            <a:avLst/>
          </a:prstGeom>
          <a:noFill/>
          <a:ln>
            <a:noFill/>
          </a:ln>
        </p:spPr>
      </p:pic>
      <p:sp>
        <p:nvSpPr>
          <p:cNvPr id="50" name="Google Shape;50;p12"/>
          <p:cNvSpPr txBox="1">
            <a:spLocks noGrp="1"/>
          </p:cNvSpPr>
          <p:nvPr>
            <p:ph type="title"/>
          </p:nvPr>
        </p:nvSpPr>
        <p:spPr>
          <a:xfrm>
            <a:off x="629841" y="273846"/>
            <a:ext cx="7886700" cy="994200"/>
          </a:xfrm>
          <a:prstGeom prst="rect">
            <a:avLst/>
          </a:prstGeom>
          <a:noFill/>
          <a:ln>
            <a:noFill/>
          </a:ln>
        </p:spPr>
        <p:txBody>
          <a:bodyPr spcFirstLastPara="1" wrap="square" lIns="69775" tIns="34875" rIns="69775" bIns="34875" anchor="ctr" anchorCtr="0">
            <a:noAutofit/>
          </a:bodyPr>
          <a:lstStyle>
            <a:lvl1pPr lvl="0" algn="l">
              <a:lnSpc>
                <a:spcPct val="90000"/>
              </a:lnSpc>
              <a:spcBef>
                <a:spcPts val="0"/>
              </a:spcBef>
              <a:spcAft>
                <a:spcPts val="0"/>
              </a:spcAft>
              <a:buClr>
                <a:schemeClr val="dk1"/>
              </a:buClr>
              <a:buSzPts val="2700"/>
              <a:buFont typeface="Roboto"/>
              <a:buNone/>
              <a:defRPr sz="2700">
                <a:latin typeface="Roboto"/>
                <a:ea typeface="Roboto"/>
                <a:cs typeface="Roboto"/>
                <a:sym typeface="Roboto"/>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1" name="Google Shape;51;p12"/>
          <p:cNvSpPr txBox="1">
            <a:spLocks noGrp="1"/>
          </p:cNvSpPr>
          <p:nvPr>
            <p:ph type="body" idx="1"/>
          </p:nvPr>
        </p:nvSpPr>
        <p:spPr>
          <a:xfrm>
            <a:off x="629842" y="1260872"/>
            <a:ext cx="3868200" cy="618000"/>
          </a:xfrm>
          <a:prstGeom prst="rect">
            <a:avLst/>
          </a:prstGeom>
          <a:noFill/>
          <a:ln>
            <a:noFill/>
          </a:ln>
        </p:spPr>
        <p:txBody>
          <a:bodyPr spcFirstLastPara="1" wrap="square" lIns="69775" tIns="34875" rIns="69775" bIns="34875" anchor="b" anchorCtr="0">
            <a:noAutofit/>
          </a:bodyPr>
          <a:lstStyle>
            <a:lvl1pPr marL="457200" lvl="0" indent="-228600" algn="l">
              <a:lnSpc>
                <a:spcPct val="90000"/>
              </a:lnSpc>
              <a:spcBef>
                <a:spcPts val="800"/>
              </a:spcBef>
              <a:spcAft>
                <a:spcPts val="0"/>
              </a:spcAft>
              <a:buClr>
                <a:schemeClr val="dk1"/>
              </a:buClr>
              <a:buSzPts val="1500"/>
              <a:buNone/>
              <a:defRPr sz="1500" b="1">
                <a:latin typeface="Roboto"/>
                <a:ea typeface="Roboto"/>
                <a:cs typeface="Roboto"/>
                <a:sym typeface="Roboto"/>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52" name="Google Shape;52;p12"/>
          <p:cNvSpPr txBox="1">
            <a:spLocks noGrp="1"/>
          </p:cNvSpPr>
          <p:nvPr>
            <p:ph type="body" idx="2"/>
          </p:nvPr>
        </p:nvSpPr>
        <p:spPr>
          <a:xfrm>
            <a:off x="629842" y="1878806"/>
            <a:ext cx="3868200" cy="2763300"/>
          </a:xfrm>
          <a:prstGeom prst="rect">
            <a:avLst/>
          </a:prstGeom>
          <a:noFill/>
          <a:ln>
            <a:noFill/>
          </a:ln>
        </p:spPr>
        <p:txBody>
          <a:bodyPr spcFirstLastPara="1" wrap="square" lIns="69775" tIns="34875" rIns="69775" bIns="34875" anchor="t" anchorCtr="0">
            <a:noAutofit/>
          </a:bodyPr>
          <a:lstStyle>
            <a:lvl1pPr marL="457200" lvl="0" indent="-342900" algn="l">
              <a:lnSpc>
                <a:spcPct val="90000"/>
              </a:lnSpc>
              <a:spcBef>
                <a:spcPts val="800"/>
              </a:spcBef>
              <a:spcAft>
                <a:spcPts val="0"/>
              </a:spcAft>
              <a:buClr>
                <a:schemeClr val="dk1"/>
              </a:buClr>
              <a:buSzPts val="1800"/>
              <a:buChar char="•"/>
              <a:defRPr sz="1800">
                <a:latin typeface="Roboto"/>
                <a:ea typeface="Roboto"/>
                <a:cs typeface="Roboto"/>
                <a:sym typeface="Roboto"/>
              </a:defRPr>
            </a:lvl1pPr>
            <a:lvl2pPr marL="914400" lvl="1" indent="-323850" algn="l">
              <a:lnSpc>
                <a:spcPct val="90000"/>
              </a:lnSpc>
              <a:spcBef>
                <a:spcPts val="400"/>
              </a:spcBef>
              <a:spcAft>
                <a:spcPts val="0"/>
              </a:spcAft>
              <a:buClr>
                <a:schemeClr val="dk1"/>
              </a:buClr>
              <a:buSzPts val="1500"/>
              <a:buChar char="•"/>
              <a:defRPr sz="1500">
                <a:latin typeface="Roboto"/>
                <a:ea typeface="Roboto"/>
                <a:cs typeface="Roboto"/>
                <a:sym typeface="Roboto"/>
              </a:defRPr>
            </a:lvl2pPr>
            <a:lvl3pPr marL="1371600" lvl="2" indent="-317500" algn="l">
              <a:lnSpc>
                <a:spcPct val="90000"/>
              </a:lnSpc>
              <a:spcBef>
                <a:spcPts val="400"/>
              </a:spcBef>
              <a:spcAft>
                <a:spcPts val="0"/>
              </a:spcAft>
              <a:buClr>
                <a:schemeClr val="dk1"/>
              </a:buClr>
              <a:buSzPts val="1400"/>
              <a:buChar char="•"/>
              <a:defRPr sz="1400">
                <a:latin typeface="Roboto"/>
                <a:ea typeface="Roboto"/>
                <a:cs typeface="Roboto"/>
                <a:sym typeface="Roboto"/>
              </a:defRPr>
            </a:lvl3pPr>
            <a:lvl4pPr marL="1828800" lvl="3" indent="-304800" algn="l">
              <a:lnSpc>
                <a:spcPct val="90000"/>
              </a:lnSpc>
              <a:spcBef>
                <a:spcPts val="400"/>
              </a:spcBef>
              <a:spcAft>
                <a:spcPts val="0"/>
              </a:spcAft>
              <a:buClr>
                <a:schemeClr val="dk1"/>
              </a:buClr>
              <a:buSzPts val="1200"/>
              <a:buChar char="•"/>
              <a:defRPr sz="1200">
                <a:latin typeface="Roboto"/>
                <a:ea typeface="Roboto"/>
                <a:cs typeface="Roboto"/>
                <a:sym typeface="Roboto"/>
              </a:defRPr>
            </a:lvl4pPr>
            <a:lvl5pPr marL="2286000" lvl="4" indent="-304800" algn="l">
              <a:lnSpc>
                <a:spcPct val="90000"/>
              </a:lnSpc>
              <a:spcBef>
                <a:spcPts val="400"/>
              </a:spcBef>
              <a:spcAft>
                <a:spcPts val="0"/>
              </a:spcAft>
              <a:buClr>
                <a:schemeClr val="dk1"/>
              </a:buClr>
              <a:buSzPts val="1200"/>
              <a:buChar char="•"/>
              <a:defRPr sz="1200">
                <a:latin typeface="Roboto"/>
                <a:ea typeface="Roboto"/>
                <a:cs typeface="Roboto"/>
                <a:sym typeface="Roboto"/>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3" name="Google Shape;53;p12"/>
          <p:cNvSpPr txBox="1">
            <a:spLocks noGrp="1"/>
          </p:cNvSpPr>
          <p:nvPr>
            <p:ph type="body" idx="3"/>
          </p:nvPr>
        </p:nvSpPr>
        <p:spPr>
          <a:xfrm>
            <a:off x="4629151" y="1260872"/>
            <a:ext cx="3887400" cy="618000"/>
          </a:xfrm>
          <a:prstGeom prst="rect">
            <a:avLst/>
          </a:prstGeom>
          <a:noFill/>
          <a:ln>
            <a:noFill/>
          </a:ln>
        </p:spPr>
        <p:txBody>
          <a:bodyPr spcFirstLastPara="1" wrap="square" lIns="69775" tIns="34875" rIns="69775" bIns="34875" anchor="b" anchorCtr="0">
            <a:noAutofit/>
          </a:bodyPr>
          <a:lstStyle>
            <a:lvl1pPr marL="457200" lvl="0" indent="-228600" algn="l">
              <a:lnSpc>
                <a:spcPct val="90000"/>
              </a:lnSpc>
              <a:spcBef>
                <a:spcPts val="800"/>
              </a:spcBef>
              <a:spcAft>
                <a:spcPts val="0"/>
              </a:spcAft>
              <a:buClr>
                <a:schemeClr val="dk1"/>
              </a:buClr>
              <a:buSzPts val="1500"/>
              <a:buNone/>
              <a:defRPr sz="1500" b="1">
                <a:latin typeface="Roboto"/>
                <a:ea typeface="Roboto"/>
                <a:cs typeface="Roboto"/>
                <a:sym typeface="Roboto"/>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54" name="Google Shape;54;p12"/>
          <p:cNvSpPr txBox="1">
            <a:spLocks noGrp="1"/>
          </p:cNvSpPr>
          <p:nvPr>
            <p:ph type="body" idx="4"/>
          </p:nvPr>
        </p:nvSpPr>
        <p:spPr>
          <a:xfrm>
            <a:off x="4629151" y="1878806"/>
            <a:ext cx="3887400" cy="2763300"/>
          </a:xfrm>
          <a:prstGeom prst="rect">
            <a:avLst/>
          </a:prstGeom>
          <a:noFill/>
          <a:ln>
            <a:noFill/>
          </a:ln>
        </p:spPr>
        <p:txBody>
          <a:bodyPr spcFirstLastPara="1" wrap="square" lIns="69775" tIns="34875" rIns="69775" bIns="34875" anchor="t" anchorCtr="0">
            <a:noAutofit/>
          </a:bodyPr>
          <a:lstStyle>
            <a:lvl1pPr marL="457200" lvl="0" indent="-342900" algn="l">
              <a:lnSpc>
                <a:spcPct val="90000"/>
              </a:lnSpc>
              <a:spcBef>
                <a:spcPts val="800"/>
              </a:spcBef>
              <a:spcAft>
                <a:spcPts val="0"/>
              </a:spcAft>
              <a:buClr>
                <a:schemeClr val="dk1"/>
              </a:buClr>
              <a:buSzPts val="1800"/>
              <a:buChar char="•"/>
              <a:defRPr sz="1800">
                <a:latin typeface="Roboto"/>
                <a:ea typeface="Roboto"/>
                <a:cs typeface="Roboto"/>
                <a:sym typeface="Roboto"/>
              </a:defRPr>
            </a:lvl1pPr>
            <a:lvl2pPr marL="914400" lvl="1" indent="-323850" algn="l">
              <a:lnSpc>
                <a:spcPct val="90000"/>
              </a:lnSpc>
              <a:spcBef>
                <a:spcPts val="400"/>
              </a:spcBef>
              <a:spcAft>
                <a:spcPts val="0"/>
              </a:spcAft>
              <a:buClr>
                <a:schemeClr val="dk1"/>
              </a:buClr>
              <a:buSzPts val="1500"/>
              <a:buChar char="•"/>
              <a:defRPr sz="1500">
                <a:latin typeface="Roboto"/>
                <a:ea typeface="Roboto"/>
                <a:cs typeface="Roboto"/>
                <a:sym typeface="Roboto"/>
              </a:defRPr>
            </a:lvl2pPr>
            <a:lvl3pPr marL="1371600" lvl="2" indent="-317500" algn="l">
              <a:lnSpc>
                <a:spcPct val="90000"/>
              </a:lnSpc>
              <a:spcBef>
                <a:spcPts val="400"/>
              </a:spcBef>
              <a:spcAft>
                <a:spcPts val="0"/>
              </a:spcAft>
              <a:buClr>
                <a:schemeClr val="dk1"/>
              </a:buClr>
              <a:buSzPts val="1400"/>
              <a:buChar char="•"/>
              <a:defRPr sz="1400">
                <a:latin typeface="Roboto"/>
                <a:ea typeface="Roboto"/>
                <a:cs typeface="Roboto"/>
                <a:sym typeface="Roboto"/>
              </a:defRPr>
            </a:lvl3pPr>
            <a:lvl4pPr marL="1828800" lvl="3" indent="-304800" algn="l">
              <a:lnSpc>
                <a:spcPct val="90000"/>
              </a:lnSpc>
              <a:spcBef>
                <a:spcPts val="400"/>
              </a:spcBef>
              <a:spcAft>
                <a:spcPts val="0"/>
              </a:spcAft>
              <a:buClr>
                <a:schemeClr val="dk1"/>
              </a:buClr>
              <a:buSzPts val="1200"/>
              <a:buChar char="•"/>
              <a:defRPr sz="1200">
                <a:latin typeface="Roboto"/>
                <a:ea typeface="Roboto"/>
                <a:cs typeface="Roboto"/>
                <a:sym typeface="Roboto"/>
              </a:defRPr>
            </a:lvl4pPr>
            <a:lvl5pPr marL="2286000" lvl="4" indent="-304800" algn="l">
              <a:lnSpc>
                <a:spcPct val="90000"/>
              </a:lnSpc>
              <a:spcBef>
                <a:spcPts val="400"/>
              </a:spcBef>
              <a:spcAft>
                <a:spcPts val="0"/>
              </a:spcAft>
              <a:buClr>
                <a:schemeClr val="dk1"/>
              </a:buClr>
              <a:buSzPts val="1200"/>
              <a:buChar char="•"/>
              <a:defRPr sz="1200">
                <a:latin typeface="Roboto"/>
                <a:ea typeface="Roboto"/>
                <a:cs typeface="Roboto"/>
                <a:sym typeface="Roboto"/>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5" name="Google Shape;55;p12"/>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12"/>
          <p:cNvSpPr txBox="1">
            <a:spLocks noGrp="1"/>
          </p:cNvSpPr>
          <p:nvPr>
            <p:ph type="ftr" idx="11"/>
          </p:nvPr>
        </p:nvSpPr>
        <p:spPr>
          <a:xfrm>
            <a:off x="3028950" y="4767265"/>
            <a:ext cx="3086100" cy="273900"/>
          </a:xfrm>
          <a:prstGeom prst="rect">
            <a:avLst/>
          </a:prstGeom>
          <a:noFill/>
          <a:ln>
            <a:noFill/>
          </a:ln>
        </p:spPr>
        <p:txBody>
          <a:bodyPr spcFirstLastPara="1" wrap="square" lIns="69775" tIns="34875" rIns="69775" bIns="348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7" name="Google Shape;57;p12"/>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pic>
        <p:nvPicPr>
          <p:cNvPr id="59" name="Google Shape;59;p13"/>
          <p:cNvPicPr preferRelativeResize="0"/>
          <p:nvPr/>
        </p:nvPicPr>
        <p:blipFill rotWithShape="1">
          <a:blip r:embed="rId2">
            <a:alphaModFix/>
          </a:blip>
          <a:srcRect/>
          <a:stretch/>
        </p:blipFill>
        <p:spPr>
          <a:xfrm>
            <a:off x="714" y="0"/>
            <a:ext cx="9142571" cy="5143500"/>
          </a:xfrm>
          <a:prstGeom prst="rect">
            <a:avLst/>
          </a:prstGeom>
          <a:noFill/>
          <a:ln>
            <a:noFill/>
          </a:ln>
        </p:spPr>
      </p:pic>
      <p:sp>
        <p:nvSpPr>
          <p:cNvPr id="60" name="Google Shape;60;p13"/>
          <p:cNvSpPr txBox="1">
            <a:spLocks noGrp="1"/>
          </p:cNvSpPr>
          <p:nvPr>
            <p:ph type="title"/>
          </p:nvPr>
        </p:nvSpPr>
        <p:spPr>
          <a:xfrm>
            <a:off x="628650" y="273846"/>
            <a:ext cx="7886700" cy="994200"/>
          </a:xfrm>
          <a:prstGeom prst="rect">
            <a:avLst/>
          </a:prstGeom>
          <a:noFill/>
          <a:ln>
            <a:noFill/>
          </a:ln>
        </p:spPr>
        <p:txBody>
          <a:bodyPr spcFirstLastPara="1" wrap="square" lIns="69775" tIns="34875" rIns="69775" bIns="348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13"/>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 name="Google Shape;62;p13"/>
          <p:cNvSpPr txBox="1">
            <a:spLocks noGrp="1"/>
          </p:cNvSpPr>
          <p:nvPr>
            <p:ph type="ftr" idx="11"/>
          </p:nvPr>
        </p:nvSpPr>
        <p:spPr>
          <a:xfrm>
            <a:off x="3028950" y="4767265"/>
            <a:ext cx="3086100" cy="273900"/>
          </a:xfrm>
          <a:prstGeom prst="rect">
            <a:avLst/>
          </a:prstGeom>
          <a:noFill/>
          <a:ln>
            <a:noFill/>
          </a:ln>
        </p:spPr>
        <p:txBody>
          <a:bodyPr spcFirstLastPara="1" wrap="square" lIns="69775" tIns="34875" rIns="69775" bIns="348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 name="Google Shape;63;p13"/>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pic>
        <p:nvPicPr>
          <p:cNvPr id="65" name="Google Shape;65;p14"/>
          <p:cNvPicPr preferRelativeResize="0"/>
          <p:nvPr/>
        </p:nvPicPr>
        <p:blipFill rotWithShape="1">
          <a:blip r:embed="rId2">
            <a:alphaModFix/>
          </a:blip>
          <a:srcRect/>
          <a:stretch/>
        </p:blipFill>
        <p:spPr>
          <a:xfrm>
            <a:off x="714" y="0"/>
            <a:ext cx="9142571" cy="5143500"/>
          </a:xfrm>
          <a:prstGeom prst="rect">
            <a:avLst/>
          </a:prstGeom>
          <a:noFill/>
          <a:ln>
            <a:noFill/>
          </a:ln>
        </p:spPr>
      </p:pic>
      <p:sp>
        <p:nvSpPr>
          <p:cNvPr id="66" name="Google Shape;66;p14"/>
          <p:cNvSpPr txBox="1">
            <a:spLocks noGrp="1"/>
          </p:cNvSpPr>
          <p:nvPr>
            <p:ph type="title"/>
          </p:nvPr>
        </p:nvSpPr>
        <p:spPr>
          <a:xfrm>
            <a:off x="629842" y="342900"/>
            <a:ext cx="2949300" cy="1200000"/>
          </a:xfrm>
          <a:prstGeom prst="rect">
            <a:avLst/>
          </a:prstGeom>
          <a:noFill/>
          <a:ln>
            <a:noFill/>
          </a:ln>
        </p:spPr>
        <p:txBody>
          <a:bodyPr spcFirstLastPara="1" wrap="square" lIns="69775" tIns="34875" rIns="69775" bIns="34875" anchor="b" anchorCtr="0">
            <a:noAutofit/>
          </a:bodyPr>
          <a:lstStyle>
            <a:lvl1pPr lvl="0" algn="l">
              <a:lnSpc>
                <a:spcPct val="90000"/>
              </a:lnSpc>
              <a:spcBef>
                <a:spcPts val="0"/>
              </a:spcBef>
              <a:spcAft>
                <a:spcPts val="0"/>
              </a:spcAft>
              <a:buClr>
                <a:schemeClr val="dk1"/>
              </a:buClr>
              <a:buSzPts val="2400"/>
              <a:buFont typeface="Montserrat Medium"/>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14"/>
          <p:cNvSpPr txBox="1">
            <a:spLocks noGrp="1"/>
          </p:cNvSpPr>
          <p:nvPr>
            <p:ph type="body" idx="1"/>
          </p:nvPr>
        </p:nvSpPr>
        <p:spPr>
          <a:xfrm>
            <a:off x="3887391" y="740571"/>
            <a:ext cx="4629000" cy="3655200"/>
          </a:xfrm>
          <a:prstGeom prst="rect">
            <a:avLst/>
          </a:prstGeom>
          <a:noFill/>
          <a:ln>
            <a:noFill/>
          </a:ln>
        </p:spPr>
        <p:txBody>
          <a:bodyPr spcFirstLastPara="1" wrap="square" lIns="69775" tIns="34875" rIns="69775" bIns="34875" anchor="t" anchorCtr="0">
            <a:no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68" name="Google Shape;68;p14"/>
          <p:cNvSpPr txBox="1">
            <a:spLocks noGrp="1"/>
          </p:cNvSpPr>
          <p:nvPr>
            <p:ph type="body" idx="2"/>
          </p:nvPr>
        </p:nvSpPr>
        <p:spPr>
          <a:xfrm>
            <a:off x="629842" y="1543050"/>
            <a:ext cx="2949300" cy="2858700"/>
          </a:xfrm>
          <a:prstGeom prst="rect">
            <a:avLst/>
          </a:prstGeom>
          <a:noFill/>
          <a:ln>
            <a:noFill/>
          </a:ln>
        </p:spPr>
        <p:txBody>
          <a:bodyPr spcFirstLastPara="1" wrap="square" lIns="69775" tIns="34875" rIns="69775" bIns="348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9" name="Google Shape;69;p14"/>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14"/>
          <p:cNvSpPr txBox="1">
            <a:spLocks noGrp="1"/>
          </p:cNvSpPr>
          <p:nvPr>
            <p:ph type="ftr" idx="11"/>
          </p:nvPr>
        </p:nvSpPr>
        <p:spPr>
          <a:xfrm>
            <a:off x="3028950" y="4767265"/>
            <a:ext cx="3086100" cy="273900"/>
          </a:xfrm>
          <a:prstGeom prst="rect">
            <a:avLst/>
          </a:prstGeom>
          <a:noFill/>
          <a:ln>
            <a:noFill/>
          </a:ln>
        </p:spPr>
        <p:txBody>
          <a:bodyPr spcFirstLastPara="1" wrap="square" lIns="69775" tIns="34875" rIns="69775" bIns="348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1" name="Google Shape;71;p14"/>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pic>
        <p:nvPicPr>
          <p:cNvPr id="73" name="Google Shape;73;p15"/>
          <p:cNvPicPr preferRelativeResize="0"/>
          <p:nvPr/>
        </p:nvPicPr>
        <p:blipFill rotWithShape="1">
          <a:blip r:embed="rId2">
            <a:alphaModFix/>
          </a:blip>
          <a:srcRect/>
          <a:stretch/>
        </p:blipFill>
        <p:spPr>
          <a:xfrm>
            <a:off x="714" y="0"/>
            <a:ext cx="9142571" cy="5143500"/>
          </a:xfrm>
          <a:prstGeom prst="rect">
            <a:avLst/>
          </a:prstGeom>
          <a:noFill/>
          <a:ln>
            <a:noFill/>
          </a:ln>
        </p:spPr>
      </p:pic>
      <p:sp>
        <p:nvSpPr>
          <p:cNvPr id="74" name="Google Shape;74;p15"/>
          <p:cNvSpPr txBox="1">
            <a:spLocks noGrp="1"/>
          </p:cNvSpPr>
          <p:nvPr>
            <p:ph type="title"/>
          </p:nvPr>
        </p:nvSpPr>
        <p:spPr>
          <a:xfrm>
            <a:off x="629842" y="342900"/>
            <a:ext cx="2949300" cy="1200000"/>
          </a:xfrm>
          <a:prstGeom prst="rect">
            <a:avLst/>
          </a:prstGeom>
          <a:noFill/>
          <a:ln>
            <a:noFill/>
          </a:ln>
        </p:spPr>
        <p:txBody>
          <a:bodyPr spcFirstLastPara="1" wrap="square" lIns="69775" tIns="34875" rIns="69775" bIns="34875" anchor="b" anchorCtr="0">
            <a:noAutofit/>
          </a:bodyPr>
          <a:lstStyle>
            <a:lvl1pPr lvl="0" algn="l">
              <a:lnSpc>
                <a:spcPct val="90000"/>
              </a:lnSpc>
              <a:spcBef>
                <a:spcPts val="0"/>
              </a:spcBef>
              <a:spcAft>
                <a:spcPts val="0"/>
              </a:spcAft>
              <a:buClr>
                <a:schemeClr val="dk1"/>
              </a:buClr>
              <a:buSzPts val="2400"/>
              <a:buFont typeface="Montserrat Medium"/>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 name="Google Shape;75;p15"/>
          <p:cNvSpPr>
            <a:spLocks noGrp="1"/>
          </p:cNvSpPr>
          <p:nvPr>
            <p:ph type="pic" idx="2"/>
          </p:nvPr>
        </p:nvSpPr>
        <p:spPr>
          <a:xfrm>
            <a:off x="3887391" y="740571"/>
            <a:ext cx="4629000" cy="3655200"/>
          </a:xfrm>
          <a:prstGeom prst="rect">
            <a:avLst/>
          </a:prstGeom>
          <a:noFill/>
          <a:ln>
            <a:noFill/>
          </a:ln>
        </p:spPr>
        <p:txBody>
          <a:bodyPr spcFirstLastPara="1" wrap="square" lIns="69775" tIns="34875" rIns="69775" bIns="34875" anchor="t" anchorCtr="0">
            <a:noAutofit/>
          </a:bodyPr>
          <a:lstStyle>
            <a:lvl1pPr marR="0" lvl="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90000"/>
              </a:lnSpc>
              <a:spcBef>
                <a:spcPts val="40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2pPr>
            <a:lvl3pPr marR="0" lvl="2"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R="0" lvl="4"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5pPr>
            <a:lvl6pPr marR="0" lvl="5"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76" name="Google Shape;76;p15"/>
          <p:cNvSpPr txBox="1">
            <a:spLocks noGrp="1"/>
          </p:cNvSpPr>
          <p:nvPr>
            <p:ph type="body" idx="1"/>
          </p:nvPr>
        </p:nvSpPr>
        <p:spPr>
          <a:xfrm>
            <a:off x="629842" y="1543050"/>
            <a:ext cx="2949300" cy="2858700"/>
          </a:xfrm>
          <a:prstGeom prst="rect">
            <a:avLst/>
          </a:prstGeom>
          <a:noFill/>
          <a:ln>
            <a:noFill/>
          </a:ln>
        </p:spPr>
        <p:txBody>
          <a:bodyPr spcFirstLastPara="1" wrap="square" lIns="69775" tIns="34875" rIns="69775" bIns="348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77" name="Google Shape;77;p15"/>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 name="Google Shape;78;p15"/>
          <p:cNvSpPr txBox="1">
            <a:spLocks noGrp="1"/>
          </p:cNvSpPr>
          <p:nvPr>
            <p:ph type="ftr" idx="11"/>
          </p:nvPr>
        </p:nvSpPr>
        <p:spPr>
          <a:xfrm>
            <a:off x="3028950" y="4767265"/>
            <a:ext cx="3086100" cy="273900"/>
          </a:xfrm>
          <a:prstGeom prst="rect">
            <a:avLst/>
          </a:prstGeom>
          <a:noFill/>
          <a:ln>
            <a:noFill/>
          </a:ln>
        </p:spPr>
        <p:txBody>
          <a:bodyPr spcFirstLastPara="1" wrap="square" lIns="69775" tIns="34875" rIns="69775" bIns="348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15"/>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pic>
        <p:nvPicPr>
          <p:cNvPr id="81" name="Google Shape;81;p16"/>
          <p:cNvPicPr preferRelativeResize="0"/>
          <p:nvPr/>
        </p:nvPicPr>
        <p:blipFill rotWithShape="1">
          <a:blip r:embed="rId2">
            <a:alphaModFix/>
          </a:blip>
          <a:srcRect/>
          <a:stretch/>
        </p:blipFill>
        <p:spPr>
          <a:xfrm>
            <a:off x="714" y="0"/>
            <a:ext cx="9142571" cy="5143500"/>
          </a:xfrm>
          <a:prstGeom prst="rect">
            <a:avLst/>
          </a:prstGeom>
          <a:noFill/>
          <a:ln>
            <a:noFill/>
          </a:ln>
        </p:spPr>
      </p:pic>
      <p:sp>
        <p:nvSpPr>
          <p:cNvPr id="82" name="Google Shape;82;p16"/>
          <p:cNvSpPr txBox="1">
            <a:spLocks noGrp="1"/>
          </p:cNvSpPr>
          <p:nvPr>
            <p:ph type="title"/>
          </p:nvPr>
        </p:nvSpPr>
        <p:spPr>
          <a:xfrm>
            <a:off x="628650" y="273846"/>
            <a:ext cx="7886700" cy="994200"/>
          </a:xfrm>
          <a:prstGeom prst="rect">
            <a:avLst/>
          </a:prstGeom>
          <a:noFill/>
          <a:ln>
            <a:noFill/>
          </a:ln>
        </p:spPr>
        <p:txBody>
          <a:bodyPr spcFirstLastPara="1" wrap="square" lIns="69775" tIns="34875" rIns="69775" bIns="348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3" name="Google Shape;83;p16"/>
          <p:cNvSpPr txBox="1">
            <a:spLocks noGrp="1"/>
          </p:cNvSpPr>
          <p:nvPr>
            <p:ph type="body" idx="1"/>
          </p:nvPr>
        </p:nvSpPr>
        <p:spPr>
          <a:xfrm rot="5400000">
            <a:off x="2940300" y="-942431"/>
            <a:ext cx="3263400" cy="7886700"/>
          </a:xfrm>
          <a:prstGeom prst="rect">
            <a:avLst/>
          </a:prstGeom>
          <a:noFill/>
          <a:ln>
            <a:noFill/>
          </a:ln>
        </p:spPr>
        <p:txBody>
          <a:bodyPr spcFirstLastPara="1" wrap="square" lIns="69775" tIns="34875" rIns="69775" bIns="348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4" name="Google Shape;84;p16"/>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5" name="Google Shape;85;p16"/>
          <p:cNvSpPr txBox="1">
            <a:spLocks noGrp="1"/>
          </p:cNvSpPr>
          <p:nvPr>
            <p:ph type="ftr" idx="11"/>
          </p:nvPr>
        </p:nvSpPr>
        <p:spPr>
          <a:xfrm>
            <a:off x="3028950" y="4767265"/>
            <a:ext cx="3086100" cy="273900"/>
          </a:xfrm>
          <a:prstGeom prst="rect">
            <a:avLst/>
          </a:prstGeom>
          <a:noFill/>
          <a:ln>
            <a:noFill/>
          </a:ln>
        </p:spPr>
        <p:txBody>
          <a:bodyPr spcFirstLastPara="1" wrap="square" lIns="69775" tIns="34875" rIns="69775" bIns="348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6" name="Google Shape;86;p16"/>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pic>
        <p:nvPicPr>
          <p:cNvPr id="88" name="Google Shape;88;p17"/>
          <p:cNvPicPr preferRelativeResize="0"/>
          <p:nvPr/>
        </p:nvPicPr>
        <p:blipFill rotWithShape="1">
          <a:blip r:embed="rId2">
            <a:alphaModFix/>
          </a:blip>
          <a:srcRect/>
          <a:stretch/>
        </p:blipFill>
        <p:spPr>
          <a:xfrm>
            <a:off x="714" y="0"/>
            <a:ext cx="9142571" cy="5143500"/>
          </a:xfrm>
          <a:prstGeom prst="rect">
            <a:avLst/>
          </a:prstGeom>
          <a:noFill/>
          <a:ln>
            <a:noFill/>
          </a:ln>
        </p:spPr>
      </p:pic>
      <p:sp>
        <p:nvSpPr>
          <p:cNvPr id="89" name="Google Shape;89;p17"/>
          <p:cNvSpPr txBox="1">
            <a:spLocks noGrp="1"/>
          </p:cNvSpPr>
          <p:nvPr>
            <p:ph type="title"/>
          </p:nvPr>
        </p:nvSpPr>
        <p:spPr>
          <a:xfrm rot="5400000">
            <a:off x="5350051" y="1467544"/>
            <a:ext cx="4359000" cy="1971600"/>
          </a:xfrm>
          <a:prstGeom prst="rect">
            <a:avLst/>
          </a:prstGeom>
          <a:noFill/>
          <a:ln>
            <a:noFill/>
          </a:ln>
        </p:spPr>
        <p:txBody>
          <a:bodyPr spcFirstLastPara="1" wrap="square" lIns="69775" tIns="34875" rIns="69775" bIns="348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0" name="Google Shape;90;p17"/>
          <p:cNvSpPr txBox="1">
            <a:spLocks noGrp="1"/>
          </p:cNvSpPr>
          <p:nvPr>
            <p:ph type="body" idx="1"/>
          </p:nvPr>
        </p:nvSpPr>
        <p:spPr>
          <a:xfrm rot="5400000">
            <a:off x="1349476" y="-447056"/>
            <a:ext cx="4359000" cy="5800800"/>
          </a:xfrm>
          <a:prstGeom prst="rect">
            <a:avLst/>
          </a:prstGeom>
          <a:noFill/>
          <a:ln>
            <a:noFill/>
          </a:ln>
        </p:spPr>
        <p:txBody>
          <a:bodyPr spcFirstLastPara="1" wrap="square" lIns="69775" tIns="34875" rIns="69775" bIns="348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1" name="Google Shape;91;p17"/>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17"/>
          <p:cNvSpPr txBox="1">
            <a:spLocks noGrp="1"/>
          </p:cNvSpPr>
          <p:nvPr>
            <p:ph type="ftr" idx="11"/>
          </p:nvPr>
        </p:nvSpPr>
        <p:spPr>
          <a:xfrm>
            <a:off x="3028950" y="4767265"/>
            <a:ext cx="3086100" cy="273900"/>
          </a:xfrm>
          <a:prstGeom prst="rect">
            <a:avLst/>
          </a:prstGeom>
          <a:noFill/>
          <a:ln>
            <a:noFill/>
          </a:ln>
        </p:spPr>
        <p:txBody>
          <a:bodyPr spcFirstLastPara="1" wrap="square" lIns="69775" tIns="34875" rIns="69775" bIns="348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17"/>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4"/>
        <p:cNvGrpSpPr/>
        <p:nvPr/>
      </p:nvGrpSpPr>
      <p:grpSpPr>
        <a:xfrm>
          <a:off x="0" y="0"/>
          <a:ext cx="0" cy="0"/>
          <a:chOff x="0" y="0"/>
          <a:chExt cx="0" cy="0"/>
        </a:xfrm>
      </p:grpSpPr>
      <p:sp>
        <p:nvSpPr>
          <p:cNvPr id="95" name="Google Shape;95;p18"/>
          <p:cNvSpPr txBox="1">
            <a:spLocks noGrp="1"/>
          </p:cNvSpPr>
          <p:nvPr>
            <p:ph type="ctrTitle"/>
          </p:nvPr>
        </p:nvSpPr>
        <p:spPr>
          <a:xfrm>
            <a:off x="311708" y="744575"/>
            <a:ext cx="8520600" cy="2052600"/>
          </a:xfrm>
          <a:prstGeom prst="rect">
            <a:avLst/>
          </a:prstGeom>
          <a:noFill/>
          <a:ln>
            <a:noFill/>
          </a:ln>
        </p:spPr>
        <p:txBody>
          <a:bodyPr spcFirstLastPara="1" wrap="square" lIns="69775" tIns="34875" rIns="69775" bIns="34875" anchor="b" anchorCtr="0">
            <a:noAutofit/>
          </a:bodyPr>
          <a:lstStyle>
            <a:lvl1pPr lvl="0" algn="ctr">
              <a:lnSpc>
                <a:spcPct val="9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96" name="Google Shape;96;p18"/>
          <p:cNvSpPr txBox="1">
            <a:spLocks noGrp="1"/>
          </p:cNvSpPr>
          <p:nvPr>
            <p:ph type="subTitle" idx="1"/>
          </p:nvPr>
        </p:nvSpPr>
        <p:spPr>
          <a:xfrm>
            <a:off x="311700" y="2834125"/>
            <a:ext cx="8520600" cy="792600"/>
          </a:xfrm>
          <a:prstGeom prst="rect">
            <a:avLst/>
          </a:prstGeom>
          <a:noFill/>
          <a:ln>
            <a:noFill/>
          </a:ln>
        </p:spPr>
        <p:txBody>
          <a:bodyPr spcFirstLastPara="1" wrap="square" lIns="69775" tIns="34875" rIns="69775" bIns="34875" anchor="t" anchorCtr="0">
            <a:no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a:endParaRPr/>
          </a:p>
        </p:txBody>
      </p:sp>
      <p:sp>
        <p:nvSpPr>
          <p:cNvPr id="97" name="Google Shape;97;p18"/>
          <p:cNvSpPr txBox="1">
            <a:spLocks noGrp="1"/>
          </p:cNvSpPr>
          <p:nvPr>
            <p:ph type="sldNum" idx="12"/>
          </p:nvPr>
        </p:nvSpPr>
        <p:spPr>
          <a:xfrm>
            <a:off x="8472458" y="4663217"/>
            <a:ext cx="548700" cy="393600"/>
          </a:xfrm>
          <a:prstGeom prst="rect">
            <a:avLst/>
          </a:prstGeom>
          <a:noFill/>
          <a:ln>
            <a:noFill/>
          </a:ln>
        </p:spPr>
        <p:txBody>
          <a:bodyPr spcFirstLastPara="1" wrap="square" lIns="69775" tIns="34875" rIns="69775" bIns="348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628650" y="273846"/>
            <a:ext cx="7886700" cy="994200"/>
          </a:xfrm>
          <a:prstGeom prst="rect">
            <a:avLst/>
          </a:prstGeom>
          <a:noFill/>
          <a:ln>
            <a:noFill/>
          </a:ln>
        </p:spPr>
        <p:txBody>
          <a:bodyPr spcFirstLastPara="1" wrap="square" lIns="69775" tIns="34875" rIns="69775" bIns="34875" anchor="ctr" anchorCtr="0">
            <a:noAutofit/>
          </a:bodyPr>
          <a:lstStyle>
            <a:lvl1pPr marR="0" lvl="0" algn="l" rtl="0">
              <a:lnSpc>
                <a:spcPct val="90000"/>
              </a:lnSpc>
              <a:spcBef>
                <a:spcPts val="0"/>
              </a:spcBef>
              <a:spcAft>
                <a:spcPts val="0"/>
              </a:spcAft>
              <a:buClr>
                <a:schemeClr val="dk1"/>
              </a:buClr>
              <a:buSzPts val="3400"/>
              <a:buFont typeface="Montserrat Medium"/>
              <a:buNone/>
              <a:defRPr sz="3400" b="0" i="0" u="none" strike="noStrike" cap="none">
                <a:solidFill>
                  <a:schemeClr val="dk1"/>
                </a:solidFill>
                <a:latin typeface="Montserrat Medium"/>
                <a:ea typeface="Montserrat Medium"/>
                <a:cs typeface="Montserrat Medium"/>
                <a:sym typeface="Montserrat Medium"/>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628650" y="1369219"/>
            <a:ext cx="7886700" cy="3263400"/>
          </a:xfrm>
          <a:prstGeom prst="rect">
            <a:avLst/>
          </a:prstGeom>
          <a:noFill/>
          <a:ln>
            <a:noFill/>
          </a:ln>
        </p:spPr>
        <p:txBody>
          <a:bodyPr spcFirstLastPara="1" wrap="square" lIns="69775" tIns="34875" rIns="69775" bIns="348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628650" y="4767265"/>
            <a:ext cx="2057400" cy="273900"/>
          </a:xfrm>
          <a:prstGeom prst="rect">
            <a:avLst/>
          </a:prstGeom>
          <a:noFill/>
          <a:ln>
            <a:noFill/>
          </a:ln>
        </p:spPr>
        <p:txBody>
          <a:bodyPr spcFirstLastPara="1" wrap="square" lIns="69775" tIns="34875" rIns="69775" bIns="348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9" name="Google Shape;9;p6"/>
          <p:cNvSpPr txBox="1">
            <a:spLocks noGrp="1"/>
          </p:cNvSpPr>
          <p:nvPr>
            <p:ph type="ftr" idx="11"/>
          </p:nvPr>
        </p:nvSpPr>
        <p:spPr>
          <a:xfrm>
            <a:off x="3028950" y="4767265"/>
            <a:ext cx="3086100" cy="273900"/>
          </a:xfrm>
          <a:prstGeom prst="rect">
            <a:avLst/>
          </a:prstGeom>
          <a:noFill/>
          <a:ln>
            <a:noFill/>
          </a:ln>
        </p:spPr>
        <p:txBody>
          <a:bodyPr spcFirstLastPara="1" wrap="square" lIns="69775" tIns="34875" rIns="69775" bIns="348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0" name="Google Shape;10;p6"/>
          <p:cNvSpPr txBox="1">
            <a:spLocks noGrp="1"/>
          </p:cNvSpPr>
          <p:nvPr>
            <p:ph type="sldNum" idx="12"/>
          </p:nvPr>
        </p:nvSpPr>
        <p:spPr>
          <a:xfrm>
            <a:off x="6457950" y="4767265"/>
            <a:ext cx="2057400" cy="273900"/>
          </a:xfrm>
          <a:prstGeom prst="rect">
            <a:avLst/>
          </a:prstGeom>
          <a:noFill/>
          <a:ln>
            <a:noFill/>
          </a:ln>
        </p:spPr>
        <p:txBody>
          <a:bodyPr spcFirstLastPara="1" wrap="square" lIns="69775" tIns="34875" rIns="69775" bIns="348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1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jp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2.jpg"/><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01"/>
        <p:cNvGrpSpPr/>
        <p:nvPr/>
      </p:nvGrpSpPr>
      <p:grpSpPr>
        <a:xfrm>
          <a:off x="0" y="0"/>
          <a:ext cx="0" cy="0"/>
          <a:chOff x="0" y="0"/>
          <a:chExt cx="0" cy="0"/>
        </a:xfrm>
      </p:grpSpPr>
      <p:sp>
        <p:nvSpPr>
          <p:cNvPr id="102" name="Google Shape;102;p1"/>
          <p:cNvSpPr txBox="1">
            <a:spLocks noGrp="1"/>
          </p:cNvSpPr>
          <p:nvPr>
            <p:ph type="ctrTitle"/>
          </p:nvPr>
        </p:nvSpPr>
        <p:spPr>
          <a:xfrm>
            <a:off x="685800" y="841773"/>
            <a:ext cx="7772400" cy="2322900"/>
          </a:xfrm>
          <a:prstGeom prst="rect">
            <a:avLst/>
          </a:prstGeom>
          <a:noFill/>
          <a:ln>
            <a:noFill/>
          </a:ln>
        </p:spPr>
        <p:txBody>
          <a:bodyPr spcFirstLastPara="1" wrap="square" lIns="69775" tIns="34875" rIns="69775" bIns="34875" anchor="b" anchorCtr="0">
            <a:noAutofit/>
          </a:bodyPr>
          <a:lstStyle/>
          <a:p>
            <a:pPr marL="0" lvl="0" indent="0" algn="l" rtl="0">
              <a:lnSpc>
                <a:spcPct val="90000"/>
              </a:lnSpc>
              <a:spcBef>
                <a:spcPts val="0"/>
              </a:spcBef>
              <a:spcAft>
                <a:spcPts val="0"/>
              </a:spcAft>
              <a:buSzPts val="5000"/>
              <a:buNone/>
            </a:pPr>
            <a:r>
              <a:rPr lang="en-US" sz="4800" dirty="0" err="1"/>
              <a:t>Github</a:t>
            </a:r>
            <a:endParaRPr sz="4800" dirty="0"/>
          </a:p>
        </p:txBody>
      </p:sp>
      <p:sp>
        <p:nvSpPr>
          <p:cNvPr id="103" name="Google Shape;103;p1"/>
          <p:cNvSpPr txBox="1">
            <a:spLocks noGrp="1"/>
          </p:cNvSpPr>
          <p:nvPr>
            <p:ph type="subTitle" idx="1"/>
          </p:nvPr>
        </p:nvSpPr>
        <p:spPr>
          <a:xfrm>
            <a:off x="685800" y="3267075"/>
            <a:ext cx="7772400" cy="676200"/>
          </a:xfrm>
          <a:prstGeom prst="rect">
            <a:avLst/>
          </a:prstGeom>
          <a:noFill/>
          <a:ln>
            <a:noFill/>
          </a:ln>
        </p:spPr>
        <p:txBody>
          <a:bodyPr spcFirstLastPara="1" wrap="square" lIns="69775" tIns="34875" rIns="69775" bIns="34875" anchor="t" anchorCtr="0">
            <a:noAutofit/>
          </a:bodyPr>
          <a:lstStyle/>
          <a:p>
            <a:pPr marL="0" lvl="0" indent="0" algn="l" rtl="0">
              <a:lnSpc>
                <a:spcPct val="90000"/>
              </a:lnSpc>
              <a:spcBef>
                <a:spcPts val="800"/>
              </a:spcBef>
              <a:spcAft>
                <a:spcPts val="0"/>
              </a:spcAft>
              <a:buSzPts val="1800"/>
              <a:buNone/>
            </a:pPr>
            <a:r>
              <a:rPr lang="en-US" dirty="0" err="1"/>
              <a:t>Github</a:t>
            </a:r>
            <a:r>
              <a:rPr lang="en-US" dirty="0"/>
              <a:t> Introduction</a:t>
            </a:r>
            <a:endParaRPr dirty="0"/>
          </a:p>
        </p:txBody>
      </p:sp>
      <p:sp>
        <p:nvSpPr>
          <p:cNvPr id="104" name="Google Shape;104;p1"/>
          <p:cNvSpPr/>
          <p:nvPr/>
        </p:nvSpPr>
        <p:spPr>
          <a:xfrm>
            <a:off x="774235" y="507258"/>
            <a:ext cx="2983481" cy="334515"/>
          </a:xfrm>
          <a:prstGeom prst="rect">
            <a:avLst/>
          </a:prstGeom>
          <a:solidFill>
            <a:srgbClr val="037A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 name="Google Shape;105;p1"/>
          <p:cNvSpPr txBox="1"/>
          <p:nvPr/>
        </p:nvSpPr>
        <p:spPr>
          <a:xfrm>
            <a:off x="774235" y="507258"/>
            <a:ext cx="2983481"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chemeClr val="lt1"/>
                </a:solidFill>
                <a:latin typeface="Arial Black"/>
                <a:ea typeface="Arial Black"/>
                <a:cs typeface="Arial Black"/>
                <a:sym typeface="Arial Black"/>
              </a:rPr>
              <a:t>SESSION</a:t>
            </a:r>
            <a:r>
              <a:rPr lang="en-US" sz="1400" b="0" i="0" u="none" strike="noStrike" cap="none" dirty="0">
                <a:solidFill>
                  <a:schemeClr val="lt1"/>
                </a:solidFill>
                <a:latin typeface="Arial Black"/>
                <a:ea typeface="Arial Black"/>
                <a:cs typeface="Arial Black"/>
                <a:sym typeface="Arial Black"/>
              </a:rPr>
              <a:t> 9</a:t>
            </a:r>
            <a:endParaRPr sz="1400" b="0" i="0" u="none" strike="noStrike" cap="none" dirty="0">
              <a:solidFill>
                <a:schemeClr val="lt1"/>
              </a:solidFill>
              <a:latin typeface="Arial Black"/>
              <a:ea typeface="Arial Black"/>
              <a:cs typeface="Arial Black"/>
              <a:sym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a3063232f1_0_3"/>
          <p:cNvSpPr txBox="1">
            <a:spLocks noGrp="1"/>
          </p:cNvSpPr>
          <p:nvPr>
            <p:ph type="body" idx="1"/>
          </p:nvPr>
        </p:nvSpPr>
        <p:spPr>
          <a:xfrm>
            <a:off x="628649" y="1369225"/>
            <a:ext cx="4988379" cy="3316800"/>
          </a:xfrm>
          <a:prstGeom prst="rect">
            <a:avLst/>
          </a:prstGeom>
          <a:noFill/>
          <a:ln>
            <a:noFill/>
          </a:ln>
        </p:spPr>
        <p:txBody>
          <a:bodyPr spcFirstLastPara="1" wrap="square" lIns="69775" tIns="34875" rIns="69775" bIns="34875" anchor="t" anchorCtr="0">
            <a:noAutofit/>
          </a:bodyPr>
          <a:lstStyle/>
          <a:p>
            <a:pPr marL="457200" lvl="0" indent="-317500" algn="l" rtl="0">
              <a:lnSpc>
                <a:spcPct val="137500"/>
              </a:lnSpc>
              <a:spcBef>
                <a:spcPts val="0"/>
              </a:spcBef>
              <a:spcAft>
                <a:spcPts val="0"/>
              </a:spcAft>
              <a:buClr>
                <a:srgbClr val="000000"/>
              </a:buClr>
              <a:buSzPts val="1400"/>
              <a:buChar char="•"/>
            </a:pPr>
            <a:r>
              <a:rPr lang="en-US" sz="1400" dirty="0" err="1">
                <a:solidFill>
                  <a:srgbClr val="000000"/>
                </a:solidFill>
                <a:highlight>
                  <a:srgbClr val="FFFFFF"/>
                </a:highlight>
              </a:rPr>
              <a:t>Github</a:t>
            </a:r>
            <a:r>
              <a:rPr lang="en-US" sz="1400" dirty="0">
                <a:solidFill>
                  <a:srgbClr val="000000"/>
                </a:solidFill>
                <a:highlight>
                  <a:srgbClr val="FFFFFF"/>
                </a:highlight>
              </a:rPr>
              <a:t> Introduction</a:t>
            </a:r>
            <a:endParaRPr sz="1400" dirty="0">
              <a:solidFill>
                <a:srgbClr val="000000"/>
              </a:solidFill>
              <a:highlight>
                <a:srgbClr val="FFFFFF"/>
              </a:highlight>
            </a:endParaRPr>
          </a:p>
          <a:p>
            <a:pPr marL="457200" lvl="0" indent="-317500" algn="l" rtl="0">
              <a:lnSpc>
                <a:spcPct val="137500"/>
              </a:lnSpc>
              <a:spcBef>
                <a:spcPts val="0"/>
              </a:spcBef>
              <a:spcAft>
                <a:spcPts val="0"/>
              </a:spcAft>
              <a:buClr>
                <a:srgbClr val="000000"/>
              </a:buClr>
              <a:buSzPts val="1400"/>
              <a:buChar char="•"/>
            </a:pPr>
            <a:r>
              <a:rPr lang="en-US" sz="1400" dirty="0">
                <a:solidFill>
                  <a:srgbClr val="000000"/>
                </a:solidFill>
                <a:highlight>
                  <a:srgbClr val="FFFFFF"/>
                </a:highlight>
              </a:rPr>
              <a:t>Create Repository, Push, and Clone</a:t>
            </a:r>
          </a:p>
          <a:p>
            <a:pPr marL="457200" lvl="0" indent="-317500" algn="l" rtl="0">
              <a:lnSpc>
                <a:spcPct val="137500"/>
              </a:lnSpc>
              <a:spcBef>
                <a:spcPts val="0"/>
              </a:spcBef>
              <a:spcAft>
                <a:spcPts val="0"/>
              </a:spcAft>
              <a:buClr>
                <a:srgbClr val="000000"/>
              </a:buClr>
              <a:buSzPts val="1400"/>
              <a:buChar char="•"/>
            </a:pPr>
            <a:r>
              <a:rPr lang="en-US" sz="1400" dirty="0">
                <a:solidFill>
                  <a:srgbClr val="000000"/>
                </a:solidFill>
                <a:highlight>
                  <a:srgbClr val="FFFFFF"/>
                </a:highlight>
              </a:rPr>
              <a:t>Pull, Conflict &amp; Merge</a:t>
            </a:r>
          </a:p>
          <a:p>
            <a:pPr marL="457200" lvl="0" indent="-317500" algn="l" rtl="0">
              <a:lnSpc>
                <a:spcPct val="137500"/>
              </a:lnSpc>
              <a:spcBef>
                <a:spcPts val="0"/>
              </a:spcBef>
              <a:spcAft>
                <a:spcPts val="0"/>
              </a:spcAft>
              <a:buClr>
                <a:srgbClr val="000000"/>
              </a:buClr>
              <a:buSzPts val="1400"/>
              <a:buChar char="•"/>
            </a:pPr>
            <a:r>
              <a:rPr lang="en-US" sz="1400" dirty="0">
                <a:solidFill>
                  <a:srgbClr val="000000"/>
                </a:solidFill>
                <a:highlight>
                  <a:srgbClr val="FFFFFF"/>
                </a:highlight>
              </a:rPr>
              <a:t>Markdown</a:t>
            </a:r>
          </a:p>
        </p:txBody>
      </p:sp>
      <p:sp>
        <p:nvSpPr>
          <p:cNvPr id="111" name="Google Shape;111;ga3063232f1_0_3"/>
          <p:cNvSpPr/>
          <p:nvPr/>
        </p:nvSpPr>
        <p:spPr>
          <a:xfrm>
            <a:off x="628659" y="337711"/>
            <a:ext cx="3254400" cy="798900"/>
          </a:xfrm>
          <a:prstGeom prst="rect">
            <a:avLst/>
          </a:prstGeom>
          <a:solidFill>
            <a:srgbClr val="009999"/>
          </a:solidFill>
          <a:ln>
            <a:noFill/>
          </a:ln>
          <a:effectLst>
            <a:outerShdw blurRad="50800" dist="38100" dir="2700000" algn="tl" rotWithShape="0">
              <a:srgbClr val="000000">
                <a:alpha val="40000"/>
              </a:srgbClr>
            </a:outerShdw>
          </a:effectLst>
        </p:spPr>
        <p:txBody>
          <a:bodyPr spcFirstLastPara="1" wrap="square" lIns="0" tIns="0" rIns="0" bIns="0" anchor="t" anchorCtr="0">
            <a:noAutofit/>
          </a:bodyPr>
          <a:lstStyle/>
          <a:p>
            <a:pPr marL="2695575" marR="1032510" lvl="0" indent="-2608262" algn="ctr" rtl="0">
              <a:lnSpc>
                <a:spcPct val="107000"/>
              </a:lnSpc>
              <a:spcBef>
                <a:spcPts val="0"/>
              </a:spcBef>
              <a:spcAft>
                <a:spcPts val="0"/>
              </a:spcAft>
              <a:buClr>
                <a:srgbClr val="000000"/>
              </a:buClr>
              <a:buSzPts val="4800"/>
              <a:buFont typeface="Arial"/>
              <a:buNone/>
            </a:pPr>
            <a:r>
              <a:rPr lang="en-US" sz="4800" b="1" i="0" u="none" strike="noStrike" cap="none">
                <a:solidFill>
                  <a:srgbClr val="FFFFFF"/>
                </a:solidFill>
                <a:latin typeface="Calibri"/>
                <a:ea typeface="Calibri"/>
                <a:cs typeface="Calibri"/>
                <a:sym typeface="Calibri"/>
              </a:rPr>
              <a:t>Outline</a:t>
            </a:r>
            <a:endParaRPr sz="30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3" name="Title 1">
            <a:extLst>
              <a:ext uri="{FF2B5EF4-FFF2-40B4-BE49-F238E27FC236}">
                <a16:creationId xmlns:a16="http://schemas.microsoft.com/office/drawing/2014/main" id="{A0B05473-D86E-4E54-A4E0-AAAB69E226A7}"/>
              </a:ext>
            </a:extLst>
          </p:cNvPr>
          <p:cNvSpPr>
            <a:spLocks noGrp="1"/>
          </p:cNvSpPr>
          <p:nvPr>
            <p:ph type="title"/>
          </p:nvPr>
        </p:nvSpPr>
        <p:spPr>
          <a:xfrm>
            <a:off x="0" y="0"/>
            <a:ext cx="7886700" cy="994200"/>
          </a:xfrm>
        </p:spPr>
        <p:txBody>
          <a:bodyPr/>
          <a:lstStyle/>
          <a:p>
            <a:r>
              <a:rPr lang="en-US" dirty="0"/>
              <a:t>Introduction to </a:t>
            </a:r>
            <a:r>
              <a:rPr lang="en-US" dirty="0" err="1"/>
              <a:t>Github</a:t>
            </a:r>
            <a:endParaRPr lang="en-ID" dirty="0"/>
          </a:p>
        </p:txBody>
      </p:sp>
      <p:pic>
        <p:nvPicPr>
          <p:cNvPr id="15" name="Google Shape;493;g96b2f0a949_0_336">
            <a:extLst>
              <a:ext uri="{FF2B5EF4-FFF2-40B4-BE49-F238E27FC236}">
                <a16:creationId xmlns:a16="http://schemas.microsoft.com/office/drawing/2014/main" id="{BEF77138-A04B-47A1-8017-F46BDB640F48}"/>
              </a:ext>
            </a:extLst>
          </p:cNvPr>
          <p:cNvPicPr preferRelativeResize="0"/>
          <p:nvPr/>
        </p:nvPicPr>
        <p:blipFill rotWithShape="1">
          <a:blip r:embed="rId3">
            <a:alphaModFix/>
          </a:blip>
          <a:srcRect l="17644" r="17999" b="6646"/>
          <a:stretch/>
        </p:blipFill>
        <p:spPr>
          <a:xfrm>
            <a:off x="1380975" y="1485909"/>
            <a:ext cx="1832851" cy="1494625"/>
          </a:xfrm>
          <a:prstGeom prst="rect">
            <a:avLst/>
          </a:prstGeom>
          <a:noFill/>
          <a:ln>
            <a:noFill/>
          </a:ln>
        </p:spPr>
      </p:pic>
      <p:pic>
        <p:nvPicPr>
          <p:cNvPr id="16" name="Google Shape;494;g96b2f0a949_0_336">
            <a:extLst>
              <a:ext uri="{FF2B5EF4-FFF2-40B4-BE49-F238E27FC236}">
                <a16:creationId xmlns:a16="http://schemas.microsoft.com/office/drawing/2014/main" id="{0341E559-8336-483B-AA11-7F254FD8F1AC}"/>
              </a:ext>
            </a:extLst>
          </p:cNvPr>
          <p:cNvPicPr preferRelativeResize="0"/>
          <p:nvPr/>
        </p:nvPicPr>
        <p:blipFill rotWithShape="1">
          <a:blip r:embed="rId4">
            <a:alphaModFix/>
          </a:blip>
          <a:srcRect l="8384" r="19578"/>
          <a:stretch/>
        </p:blipFill>
        <p:spPr>
          <a:xfrm>
            <a:off x="1313775" y="3259584"/>
            <a:ext cx="1784902" cy="1393826"/>
          </a:xfrm>
          <a:prstGeom prst="rect">
            <a:avLst/>
          </a:prstGeom>
          <a:noFill/>
          <a:ln>
            <a:noFill/>
          </a:ln>
        </p:spPr>
      </p:pic>
      <p:sp>
        <p:nvSpPr>
          <p:cNvPr id="17" name="Google Shape;495;g96b2f0a949_0_336">
            <a:extLst>
              <a:ext uri="{FF2B5EF4-FFF2-40B4-BE49-F238E27FC236}">
                <a16:creationId xmlns:a16="http://schemas.microsoft.com/office/drawing/2014/main" id="{EEBD17C2-3569-4DD6-A52C-0529F457029A}"/>
              </a:ext>
            </a:extLst>
          </p:cNvPr>
          <p:cNvSpPr txBox="1"/>
          <p:nvPr/>
        </p:nvSpPr>
        <p:spPr>
          <a:xfrm>
            <a:off x="628650" y="860584"/>
            <a:ext cx="3270300" cy="66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000000"/>
                </a:solidFill>
                <a:latin typeface="Arial"/>
                <a:ea typeface="Arial"/>
                <a:cs typeface="Arial"/>
                <a:sym typeface="Arial"/>
              </a:rPr>
              <a:t>Running at local computer</a:t>
            </a:r>
            <a:endParaRPr sz="1600" b="1" i="0" u="none" strike="noStrike" cap="none" dirty="0">
              <a:solidFill>
                <a:srgbClr val="000000"/>
              </a:solidFill>
              <a:latin typeface="Arial"/>
              <a:ea typeface="Arial"/>
              <a:cs typeface="Arial"/>
              <a:sym typeface="Arial"/>
            </a:endParaRPr>
          </a:p>
        </p:txBody>
      </p:sp>
      <p:pic>
        <p:nvPicPr>
          <p:cNvPr id="9" name="Google Shape;493;g96b2f0a949_0_336">
            <a:extLst>
              <a:ext uri="{FF2B5EF4-FFF2-40B4-BE49-F238E27FC236}">
                <a16:creationId xmlns:a16="http://schemas.microsoft.com/office/drawing/2014/main" id="{E9128A3B-B99A-4C87-A32D-7EFB377ADDEC}"/>
              </a:ext>
            </a:extLst>
          </p:cNvPr>
          <p:cNvPicPr preferRelativeResize="0"/>
          <p:nvPr/>
        </p:nvPicPr>
        <p:blipFill rotWithShape="1">
          <a:blip r:embed="rId3">
            <a:alphaModFix/>
          </a:blip>
          <a:srcRect l="17644" r="17999" b="6646"/>
          <a:stretch/>
        </p:blipFill>
        <p:spPr>
          <a:xfrm>
            <a:off x="5878653" y="1485908"/>
            <a:ext cx="1832851" cy="1494625"/>
          </a:xfrm>
          <a:prstGeom prst="rect">
            <a:avLst/>
          </a:prstGeom>
          <a:noFill/>
          <a:ln>
            <a:noFill/>
          </a:ln>
        </p:spPr>
      </p:pic>
      <p:sp>
        <p:nvSpPr>
          <p:cNvPr id="10" name="Google Shape;495;g96b2f0a949_0_336">
            <a:extLst>
              <a:ext uri="{FF2B5EF4-FFF2-40B4-BE49-F238E27FC236}">
                <a16:creationId xmlns:a16="http://schemas.microsoft.com/office/drawing/2014/main" id="{05316579-3A3D-4D63-970E-94DA4D8DF928}"/>
              </a:ext>
            </a:extLst>
          </p:cNvPr>
          <p:cNvSpPr txBox="1"/>
          <p:nvPr/>
        </p:nvSpPr>
        <p:spPr>
          <a:xfrm>
            <a:off x="5159929" y="860584"/>
            <a:ext cx="3270300" cy="66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000000"/>
                </a:solidFill>
                <a:latin typeface="Arial"/>
                <a:ea typeface="Arial"/>
                <a:cs typeface="Arial"/>
                <a:sym typeface="Arial"/>
              </a:rPr>
              <a:t>Other computer</a:t>
            </a:r>
            <a:endParaRPr sz="1600" b="1" i="0" u="none" strike="noStrike" cap="none" dirty="0">
              <a:solidFill>
                <a:srgbClr val="000000"/>
              </a:solidFill>
              <a:latin typeface="Arial"/>
              <a:ea typeface="Arial"/>
              <a:cs typeface="Arial"/>
              <a:sym typeface="Arial"/>
            </a:endParaRPr>
          </a:p>
        </p:txBody>
      </p:sp>
      <p:cxnSp>
        <p:nvCxnSpPr>
          <p:cNvPr id="3" name="Straight Arrow Connector 2">
            <a:extLst>
              <a:ext uri="{FF2B5EF4-FFF2-40B4-BE49-F238E27FC236}">
                <a16:creationId xmlns:a16="http://schemas.microsoft.com/office/drawing/2014/main" id="{1BED4E1B-9656-4CFF-B55C-96A6E84D215C}"/>
              </a:ext>
            </a:extLst>
          </p:cNvPr>
          <p:cNvCxnSpPr>
            <a:cxnSpLocks/>
          </p:cNvCxnSpPr>
          <p:nvPr/>
        </p:nvCxnSpPr>
        <p:spPr>
          <a:xfrm>
            <a:off x="3597310" y="2233220"/>
            <a:ext cx="18589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E819A664-F551-44FA-9828-BE80B3F2D881}"/>
              </a:ext>
            </a:extLst>
          </p:cNvPr>
          <p:cNvSpPr txBox="1"/>
          <p:nvPr/>
        </p:nvSpPr>
        <p:spPr>
          <a:xfrm>
            <a:off x="3496186" y="2417237"/>
            <a:ext cx="2100106" cy="738664"/>
          </a:xfrm>
          <a:prstGeom prst="rect">
            <a:avLst/>
          </a:prstGeom>
          <a:noFill/>
        </p:spPr>
        <p:txBody>
          <a:bodyPr wrap="square" rtlCol="0">
            <a:spAutoFit/>
          </a:bodyPr>
          <a:lstStyle/>
          <a:p>
            <a:pPr algn="ctr"/>
            <a:r>
              <a:rPr lang="en-US" dirty="0"/>
              <a:t>Copy using USB or External </a:t>
            </a:r>
            <a:r>
              <a:rPr lang="en-US" dirty="0" err="1"/>
              <a:t>HardDisk</a:t>
            </a:r>
            <a:endParaRPr lang="en-US" dirty="0"/>
          </a:p>
          <a:p>
            <a:pPr algn="ctr"/>
            <a:r>
              <a:rPr lang="en-US" dirty="0"/>
              <a:t>(not efficient)</a:t>
            </a:r>
            <a:endParaRPr lang="en-ID"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3" name="Title 1">
            <a:extLst>
              <a:ext uri="{FF2B5EF4-FFF2-40B4-BE49-F238E27FC236}">
                <a16:creationId xmlns:a16="http://schemas.microsoft.com/office/drawing/2014/main" id="{A0B05473-D86E-4E54-A4E0-AAAB69E226A7}"/>
              </a:ext>
            </a:extLst>
          </p:cNvPr>
          <p:cNvSpPr>
            <a:spLocks noGrp="1"/>
          </p:cNvSpPr>
          <p:nvPr>
            <p:ph type="title"/>
          </p:nvPr>
        </p:nvSpPr>
        <p:spPr>
          <a:xfrm>
            <a:off x="0" y="0"/>
            <a:ext cx="7886700" cy="994200"/>
          </a:xfrm>
        </p:spPr>
        <p:txBody>
          <a:bodyPr/>
          <a:lstStyle/>
          <a:p>
            <a:r>
              <a:rPr lang="en-US" dirty="0"/>
              <a:t>Introduction to </a:t>
            </a:r>
            <a:r>
              <a:rPr lang="en-US" dirty="0" err="1"/>
              <a:t>Github</a:t>
            </a:r>
            <a:endParaRPr lang="en-ID" dirty="0"/>
          </a:p>
        </p:txBody>
      </p:sp>
      <p:pic>
        <p:nvPicPr>
          <p:cNvPr id="18" name="Google Shape;496;g96b2f0a949_0_336">
            <a:extLst>
              <a:ext uri="{FF2B5EF4-FFF2-40B4-BE49-F238E27FC236}">
                <a16:creationId xmlns:a16="http://schemas.microsoft.com/office/drawing/2014/main" id="{51FED715-475F-48DB-9672-B421C080B706}"/>
              </a:ext>
            </a:extLst>
          </p:cNvPr>
          <p:cNvPicPr preferRelativeResize="0"/>
          <p:nvPr/>
        </p:nvPicPr>
        <p:blipFill rotWithShape="1">
          <a:blip r:embed="rId3">
            <a:alphaModFix/>
          </a:blip>
          <a:srcRect/>
          <a:stretch/>
        </p:blipFill>
        <p:spPr>
          <a:xfrm>
            <a:off x="1006688" y="928863"/>
            <a:ext cx="2409752" cy="2409752"/>
          </a:xfrm>
          <a:prstGeom prst="rect">
            <a:avLst/>
          </a:prstGeom>
          <a:noFill/>
          <a:ln>
            <a:noFill/>
          </a:ln>
        </p:spPr>
      </p:pic>
      <p:pic>
        <p:nvPicPr>
          <p:cNvPr id="20" name="Google Shape;497;g96b2f0a949_0_336">
            <a:extLst>
              <a:ext uri="{FF2B5EF4-FFF2-40B4-BE49-F238E27FC236}">
                <a16:creationId xmlns:a16="http://schemas.microsoft.com/office/drawing/2014/main" id="{C088135F-F074-40F6-AD02-6BF89A4C382F}"/>
              </a:ext>
            </a:extLst>
          </p:cNvPr>
          <p:cNvPicPr preferRelativeResize="0"/>
          <p:nvPr/>
        </p:nvPicPr>
        <p:blipFill rotWithShape="1">
          <a:blip r:embed="rId4">
            <a:alphaModFix/>
          </a:blip>
          <a:srcRect/>
          <a:stretch/>
        </p:blipFill>
        <p:spPr>
          <a:xfrm>
            <a:off x="3407550" y="3626128"/>
            <a:ext cx="1140826" cy="1140826"/>
          </a:xfrm>
          <a:prstGeom prst="rect">
            <a:avLst/>
          </a:prstGeom>
          <a:noFill/>
          <a:ln>
            <a:noFill/>
          </a:ln>
        </p:spPr>
      </p:pic>
      <p:sp>
        <p:nvSpPr>
          <p:cNvPr id="21" name="Google Shape;498;g96b2f0a949_0_336">
            <a:extLst>
              <a:ext uri="{FF2B5EF4-FFF2-40B4-BE49-F238E27FC236}">
                <a16:creationId xmlns:a16="http://schemas.microsoft.com/office/drawing/2014/main" id="{27A62B74-D968-48A4-9CAD-9DDFA8D1E09D}"/>
              </a:ext>
            </a:extLst>
          </p:cNvPr>
          <p:cNvSpPr txBox="1"/>
          <p:nvPr/>
        </p:nvSpPr>
        <p:spPr>
          <a:xfrm>
            <a:off x="2909537" y="3862928"/>
            <a:ext cx="1995000" cy="80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US" sz="3300" b="1" i="0" u="none" strike="noStrike" cap="none" dirty="0">
                <a:solidFill>
                  <a:srgbClr val="FF0000"/>
                </a:solidFill>
                <a:latin typeface="Arial"/>
                <a:ea typeface="Arial"/>
                <a:cs typeface="Arial"/>
                <a:sym typeface="Arial"/>
              </a:rPr>
              <a:t>G O N E</a:t>
            </a:r>
            <a:endParaRPr sz="3300" b="1" i="0" u="none" strike="noStrike" cap="none" dirty="0">
              <a:solidFill>
                <a:srgbClr val="FF0000"/>
              </a:solidFill>
              <a:latin typeface="Arial"/>
              <a:ea typeface="Arial"/>
              <a:cs typeface="Arial"/>
              <a:sym typeface="Arial"/>
            </a:endParaRPr>
          </a:p>
        </p:txBody>
      </p:sp>
      <p:pic>
        <p:nvPicPr>
          <p:cNvPr id="2" name="Picture 1">
            <a:extLst>
              <a:ext uri="{FF2B5EF4-FFF2-40B4-BE49-F238E27FC236}">
                <a16:creationId xmlns:a16="http://schemas.microsoft.com/office/drawing/2014/main" id="{6DFCE1B6-9277-4382-8859-80ECB35CA2DA}"/>
              </a:ext>
            </a:extLst>
          </p:cNvPr>
          <p:cNvPicPr>
            <a:picLocks noChangeAspect="1"/>
          </p:cNvPicPr>
          <p:nvPr/>
        </p:nvPicPr>
        <p:blipFill>
          <a:blip r:embed="rId5"/>
          <a:stretch>
            <a:fillRect/>
          </a:stretch>
        </p:blipFill>
        <p:spPr>
          <a:xfrm>
            <a:off x="4904537" y="1109801"/>
            <a:ext cx="2228850" cy="2047875"/>
          </a:xfrm>
          <a:prstGeom prst="rect">
            <a:avLst/>
          </a:prstGeom>
        </p:spPr>
      </p:pic>
      <p:sp>
        <p:nvSpPr>
          <p:cNvPr id="3" name="TextBox 2">
            <a:extLst>
              <a:ext uri="{FF2B5EF4-FFF2-40B4-BE49-F238E27FC236}">
                <a16:creationId xmlns:a16="http://schemas.microsoft.com/office/drawing/2014/main" id="{9834B57F-0C4D-49B4-8D46-C2948F90E608}"/>
              </a:ext>
            </a:extLst>
          </p:cNvPr>
          <p:cNvSpPr txBox="1"/>
          <p:nvPr/>
        </p:nvSpPr>
        <p:spPr>
          <a:xfrm>
            <a:off x="2783927" y="4720748"/>
            <a:ext cx="2622834" cy="307777"/>
          </a:xfrm>
          <a:prstGeom prst="rect">
            <a:avLst/>
          </a:prstGeom>
          <a:noFill/>
        </p:spPr>
        <p:txBody>
          <a:bodyPr wrap="none" rtlCol="0">
            <a:spAutoFit/>
          </a:bodyPr>
          <a:lstStyle/>
          <a:p>
            <a:r>
              <a:rPr lang="en-US" dirty="0"/>
              <a:t>Our Project and Git Repository</a:t>
            </a:r>
            <a:endParaRPr lang="en-ID" dirty="0"/>
          </a:p>
        </p:txBody>
      </p:sp>
      <p:sp>
        <p:nvSpPr>
          <p:cNvPr id="4" name="TextBox 3">
            <a:extLst>
              <a:ext uri="{FF2B5EF4-FFF2-40B4-BE49-F238E27FC236}">
                <a16:creationId xmlns:a16="http://schemas.microsoft.com/office/drawing/2014/main" id="{72C2553A-C89F-45FC-B073-1D239351DE2B}"/>
              </a:ext>
            </a:extLst>
          </p:cNvPr>
          <p:cNvSpPr txBox="1"/>
          <p:nvPr/>
        </p:nvSpPr>
        <p:spPr>
          <a:xfrm>
            <a:off x="1835499" y="3328483"/>
            <a:ext cx="752129" cy="307777"/>
          </a:xfrm>
          <a:prstGeom prst="rect">
            <a:avLst/>
          </a:prstGeom>
          <a:noFill/>
        </p:spPr>
        <p:txBody>
          <a:bodyPr wrap="none" rtlCol="0">
            <a:spAutoFit/>
          </a:bodyPr>
          <a:lstStyle/>
          <a:p>
            <a:r>
              <a:rPr lang="en-US" dirty="0"/>
              <a:t>Broken</a:t>
            </a:r>
            <a:endParaRPr lang="en-ID" dirty="0"/>
          </a:p>
        </p:txBody>
      </p:sp>
      <p:sp>
        <p:nvSpPr>
          <p:cNvPr id="5" name="TextBox 4">
            <a:extLst>
              <a:ext uri="{FF2B5EF4-FFF2-40B4-BE49-F238E27FC236}">
                <a16:creationId xmlns:a16="http://schemas.microsoft.com/office/drawing/2014/main" id="{69B77893-506C-494C-929F-68F608A6C085}"/>
              </a:ext>
            </a:extLst>
          </p:cNvPr>
          <p:cNvSpPr txBox="1"/>
          <p:nvPr/>
        </p:nvSpPr>
        <p:spPr>
          <a:xfrm>
            <a:off x="5622859" y="3273277"/>
            <a:ext cx="792205" cy="307777"/>
          </a:xfrm>
          <a:prstGeom prst="rect">
            <a:avLst/>
          </a:prstGeom>
          <a:noFill/>
        </p:spPr>
        <p:txBody>
          <a:bodyPr wrap="none" rtlCol="0">
            <a:spAutoFit/>
          </a:bodyPr>
          <a:lstStyle/>
          <a:p>
            <a:r>
              <a:rPr lang="en-US" dirty="0"/>
              <a:t>Missing</a:t>
            </a:r>
            <a:endParaRPr lang="en-ID" dirty="0"/>
          </a:p>
        </p:txBody>
      </p:sp>
      <p:sp>
        <p:nvSpPr>
          <p:cNvPr id="6" name="TextBox 5">
            <a:extLst>
              <a:ext uri="{FF2B5EF4-FFF2-40B4-BE49-F238E27FC236}">
                <a16:creationId xmlns:a16="http://schemas.microsoft.com/office/drawing/2014/main" id="{EE995A7E-536A-401E-816F-0D048CA5DDB9}"/>
              </a:ext>
            </a:extLst>
          </p:cNvPr>
          <p:cNvSpPr txBox="1"/>
          <p:nvPr/>
        </p:nvSpPr>
        <p:spPr>
          <a:xfrm>
            <a:off x="4004603" y="2000791"/>
            <a:ext cx="343364" cy="307777"/>
          </a:xfrm>
          <a:prstGeom prst="rect">
            <a:avLst/>
          </a:prstGeom>
          <a:noFill/>
        </p:spPr>
        <p:txBody>
          <a:bodyPr wrap="none" rtlCol="0">
            <a:spAutoFit/>
          </a:bodyPr>
          <a:lstStyle/>
          <a:p>
            <a:r>
              <a:rPr lang="en-US" dirty="0"/>
              <a:t>or</a:t>
            </a:r>
            <a:endParaRPr lang="en-ID" dirty="0"/>
          </a:p>
        </p:txBody>
      </p:sp>
    </p:spTree>
    <p:extLst>
      <p:ext uri="{BB962C8B-B14F-4D97-AF65-F5344CB8AC3E}">
        <p14:creationId xmlns:p14="http://schemas.microsoft.com/office/powerpoint/2010/main" val="1373453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5896E-0D58-42D6-993F-2675CC437AE7}"/>
              </a:ext>
            </a:extLst>
          </p:cNvPr>
          <p:cNvSpPr>
            <a:spLocks noGrp="1"/>
          </p:cNvSpPr>
          <p:nvPr>
            <p:ph type="title"/>
          </p:nvPr>
        </p:nvSpPr>
        <p:spPr>
          <a:xfrm>
            <a:off x="0" y="0"/>
            <a:ext cx="7886700" cy="994200"/>
          </a:xfrm>
        </p:spPr>
        <p:txBody>
          <a:bodyPr/>
          <a:lstStyle/>
          <a:p>
            <a:r>
              <a:rPr lang="en-US" dirty="0"/>
              <a:t>Introduction to </a:t>
            </a:r>
            <a:r>
              <a:rPr lang="en-US" dirty="0" err="1"/>
              <a:t>Github</a:t>
            </a:r>
            <a:endParaRPr lang="en-ID" dirty="0"/>
          </a:p>
        </p:txBody>
      </p:sp>
      <p:pic>
        <p:nvPicPr>
          <p:cNvPr id="5" name="Picture 4">
            <a:extLst>
              <a:ext uri="{FF2B5EF4-FFF2-40B4-BE49-F238E27FC236}">
                <a16:creationId xmlns:a16="http://schemas.microsoft.com/office/drawing/2014/main" id="{0F935A2E-F92F-4F3F-94ED-47F06E3F66E6}"/>
              </a:ext>
            </a:extLst>
          </p:cNvPr>
          <p:cNvPicPr>
            <a:picLocks noChangeAspect="1"/>
          </p:cNvPicPr>
          <p:nvPr/>
        </p:nvPicPr>
        <p:blipFill>
          <a:blip r:embed="rId3"/>
          <a:stretch>
            <a:fillRect/>
          </a:stretch>
        </p:blipFill>
        <p:spPr>
          <a:xfrm>
            <a:off x="423012" y="1316334"/>
            <a:ext cx="4220569" cy="2701164"/>
          </a:xfrm>
          <a:prstGeom prst="rect">
            <a:avLst/>
          </a:prstGeom>
        </p:spPr>
      </p:pic>
      <p:pic>
        <p:nvPicPr>
          <p:cNvPr id="6" name="Google Shape;504;g96b2f0a949_0_371">
            <a:extLst>
              <a:ext uri="{FF2B5EF4-FFF2-40B4-BE49-F238E27FC236}">
                <a16:creationId xmlns:a16="http://schemas.microsoft.com/office/drawing/2014/main" id="{B4DE0BD7-4407-44F6-B69B-7007CF4805E3}"/>
              </a:ext>
            </a:extLst>
          </p:cNvPr>
          <p:cNvPicPr preferRelativeResize="0"/>
          <p:nvPr/>
        </p:nvPicPr>
        <p:blipFill rotWithShape="1">
          <a:blip r:embed="rId4">
            <a:alphaModFix/>
          </a:blip>
          <a:srcRect/>
          <a:stretch/>
        </p:blipFill>
        <p:spPr>
          <a:xfrm>
            <a:off x="5353402" y="1717125"/>
            <a:ext cx="3095601" cy="1709250"/>
          </a:xfrm>
          <a:prstGeom prst="rect">
            <a:avLst/>
          </a:prstGeom>
          <a:noFill/>
          <a:ln>
            <a:noFill/>
          </a:ln>
        </p:spPr>
      </p:pic>
    </p:spTree>
    <p:extLst>
      <p:ext uri="{BB962C8B-B14F-4D97-AF65-F5344CB8AC3E}">
        <p14:creationId xmlns:p14="http://schemas.microsoft.com/office/powerpoint/2010/main" val="1708338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21" name="Google Shape;503;g96b2f0a949_0_371">
            <a:extLst>
              <a:ext uri="{FF2B5EF4-FFF2-40B4-BE49-F238E27FC236}">
                <a16:creationId xmlns:a16="http://schemas.microsoft.com/office/drawing/2014/main" id="{7EC3DFF0-D205-4DE5-9CDF-234E91C3E89A}"/>
              </a:ext>
            </a:extLst>
          </p:cNvPr>
          <p:cNvPicPr preferRelativeResize="0"/>
          <p:nvPr/>
        </p:nvPicPr>
        <p:blipFill rotWithShape="1">
          <a:blip r:embed="rId3">
            <a:alphaModFix/>
          </a:blip>
          <a:srcRect l="8384" r="19578"/>
          <a:stretch/>
        </p:blipFill>
        <p:spPr>
          <a:xfrm>
            <a:off x="532400" y="3257900"/>
            <a:ext cx="1784900" cy="1393828"/>
          </a:xfrm>
          <a:prstGeom prst="rect">
            <a:avLst/>
          </a:prstGeom>
          <a:noFill/>
          <a:ln>
            <a:noFill/>
          </a:ln>
        </p:spPr>
      </p:pic>
      <p:pic>
        <p:nvPicPr>
          <p:cNvPr id="23" name="Google Shape;504;g96b2f0a949_0_371">
            <a:extLst>
              <a:ext uri="{FF2B5EF4-FFF2-40B4-BE49-F238E27FC236}">
                <a16:creationId xmlns:a16="http://schemas.microsoft.com/office/drawing/2014/main" id="{219625F4-2D14-4707-B375-8BF32DFE5838}"/>
              </a:ext>
            </a:extLst>
          </p:cNvPr>
          <p:cNvPicPr preferRelativeResize="0"/>
          <p:nvPr/>
        </p:nvPicPr>
        <p:blipFill rotWithShape="1">
          <a:blip r:embed="rId4">
            <a:alphaModFix/>
          </a:blip>
          <a:srcRect/>
          <a:stretch/>
        </p:blipFill>
        <p:spPr>
          <a:xfrm>
            <a:off x="-122949" y="63275"/>
            <a:ext cx="3095601" cy="1709250"/>
          </a:xfrm>
          <a:prstGeom prst="rect">
            <a:avLst/>
          </a:prstGeom>
          <a:noFill/>
          <a:ln>
            <a:noFill/>
          </a:ln>
        </p:spPr>
      </p:pic>
      <p:cxnSp>
        <p:nvCxnSpPr>
          <p:cNvPr id="26" name="Google Shape;505;g96b2f0a949_0_371">
            <a:extLst>
              <a:ext uri="{FF2B5EF4-FFF2-40B4-BE49-F238E27FC236}">
                <a16:creationId xmlns:a16="http://schemas.microsoft.com/office/drawing/2014/main" id="{1BB59004-356B-4CBF-9DDE-59A8AA1E0066}"/>
              </a:ext>
            </a:extLst>
          </p:cNvPr>
          <p:cNvCxnSpPr/>
          <p:nvPr/>
        </p:nvCxnSpPr>
        <p:spPr>
          <a:xfrm>
            <a:off x="1316263" y="1989325"/>
            <a:ext cx="0" cy="824400"/>
          </a:xfrm>
          <a:prstGeom prst="straightConnector1">
            <a:avLst/>
          </a:prstGeom>
          <a:noFill/>
          <a:ln w="19050" cap="flat" cmpd="sng">
            <a:solidFill>
              <a:srgbClr val="44546A"/>
            </a:solidFill>
            <a:prstDash val="solid"/>
            <a:round/>
            <a:headEnd type="none" w="sm" len="sm"/>
            <a:tailEnd type="triangle" w="med" len="med"/>
          </a:ln>
        </p:spPr>
      </p:cxnSp>
      <p:cxnSp>
        <p:nvCxnSpPr>
          <p:cNvPr id="29" name="Google Shape;506;g96b2f0a949_0_371">
            <a:extLst>
              <a:ext uri="{FF2B5EF4-FFF2-40B4-BE49-F238E27FC236}">
                <a16:creationId xmlns:a16="http://schemas.microsoft.com/office/drawing/2014/main" id="{9305F2A0-68D9-48C9-AB3A-5CCF131806F8}"/>
              </a:ext>
            </a:extLst>
          </p:cNvPr>
          <p:cNvCxnSpPr/>
          <p:nvPr/>
        </p:nvCxnSpPr>
        <p:spPr>
          <a:xfrm rot="10800000" flipH="1">
            <a:off x="1526538" y="2013925"/>
            <a:ext cx="6900" cy="775200"/>
          </a:xfrm>
          <a:prstGeom prst="straightConnector1">
            <a:avLst/>
          </a:prstGeom>
          <a:noFill/>
          <a:ln w="19050" cap="flat" cmpd="sng">
            <a:solidFill>
              <a:srgbClr val="44546A"/>
            </a:solidFill>
            <a:prstDash val="solid"/>
            <a:round/>
            <a:headEnd type="none" w="sm" len="sm"/>
            <a:tailEnd type="triangle" w="med" len="med"/>
          </a:ln>
        </p:spPr>
      </p:cxnSp>
      <p:pic>
        <p:nvPicPr>
          <p:cNvPr id="33" name="Google Shape;507;g96b2f0a949_0_371">
            <a:extLst>
              <a:ext uri="{FF2B5EF4-FFF2-40B4-BE49-F238E27FC236}">
                <a16:creationId xmlns:a16="http://schemas.microsoft.com/office/drawing/2014/main" id="{05138794-4E80-4C99-8FB1-5EC396EF5F11}"/>
              </a:ext>
            </a:extLst>
          </p:cNvPr>
          <p:cNvPicPr preferRelativeResize="0"/>
          <p:nvPr/>
        </p:nvPicPr>
        <p:blipFill rotWithShape="1">
          <a:blip r:embed="rId5">
            <a:alphaModFix/>
          </a:blip>
          <a:srcRect t="50000"/>
          <a:stretch/>
        </p:blipFill>
        <p:spPr>
          <a:xfrm>
            <a:off x="3323375" y="2986201"/>
            <a:ext cx="5424776" cy="1469324"/>
          </a:xfrm>
          <a:prstGeom prst="rect">
            <a:avLst/>
          </a:prstGeom>
          <a:noFill/>
          <a:ln>
            <a:noFill/>
          </a:ln>
        </p:spPr>
      </p:pic>
      <p:pic>
        <p:nvPicPr>
          <p:cNvPr id="35" name="Google Shape;508;g96b2f0a949_0_371">
            <a:extLst>
              <a:ext uri="{FF2B5EF4-FFF2-40B4-BE49-F238E27FC236}">
                <a16:creationId xmlns:a16="http://schemas.microsoft.com/office/drawing/2014/main" id="{5F7F1CAB-0B85-4E0D-8963-A6184CADD2BA}"/>
              </a:ext>
            </a:extLst>
          </p:cNvPr>
          <p:cNvPicPr preferRelativeResize="0"/>
          <p:nvPr/>
        </p:nvPicPr>
        <p:blipFill rotWithShape="1">
          <a:blip r:embed="rId5">
            <a:alphaModFix/>
          </a:blip>
          <a:srcRect b="71946"/>
          <a:stretch/>
        </p:blipFill>
        <p:spPr>
          <a:xfrm>
            <a:off x="3323375" y="190800"/>
            <a:ext cx="5424776" cy="824401"/>
          </a:xfrm>
          <a:prstGeom prst="rect">
            <a:avLst/>
          </a:prstGeom>
          <a:noFill/>
          <a:ln>
            <a:noFill/>
          </a:ln>
        </p:spPr>
      </p:pic>
      <p:cxnSp>
        <p:nvCxnSpPr>
          <p:cNvPr id="36" name="Google Shape;509;g96b2f0a949_0_371">
            <a:extLst>
              <a:ext uri="{FF2B5EF4-FFF2-40B4-BE49-F238E27FC236}">
                <a16:creationId xmlns:a16="http://schemas.microsoft.com/office/drawing/2014/main" id="{3CB17BC6-DB7A-43FF-A9B6-72DACAB61164}"/>
              </a:ext>
            </a:extLst>
          </p:cNvPr>
          <p:cNvCxnSpPr/>
          <p:nvPr/>
        </p:nvCxnSpPr>
        <p:spPr>
          <a:xfrm>
            <a:off x="4072288" y="1663525"/>
            <a:ext cx="0" cy="824400"/>
          </a:xfrm>
          <a:prstGeom prst="straightConnector1">
            <a:avLst/>
          </a:prstGeom>
          <a:noFill/>
          <a:ln w="19050" cap="flat" cmpd="sng">
            <a:solidFill>
              <a:srgbClr val="44546A"/>
            </a:solidFill>
            <a:prstDash val="solid"/>
            <a:round/>
            <a:headEnd type="none" w="sm" len="sm"/>
            <a:tailEnd type="triangle" w="med" len="med"/>
          </a:ln>
        </p:spPr>
      </p:cxnSp>
      <p:cxnSp>
        <p:nvCxnSpPr>
          <p:cNvPr id="37" name="Google Shape;510;g96b2f0a949_0_371">
            <a:extLst>
              <a:ext uri="{FF2B5EF4-FFF2-40B4-BE49-F238E27FC236}">
                <a16:creationId xmlns:a16="http://schemas.microsoft.com/office/drawing/2014/main" id="{664658E2-F4B1-4281-BB5B-37169CECBA18}"/>
              </a:ext>
            </a:extLst>
          </p:cNvPr>
          <p:cNvCxnSpPr/>
          <p:nvPr/>
        </p:nvCxnSpPr>
        <p:spPr>
          <a:xfrm rot="10800000" flipH="1">
            <a:off x="4282563" y="1688125"/>
            <a:ext cx="6900" cy="775200"/>
          </a:xfrm>
          <a:prstGeom prst="straightConnector1">
            <a:avLst/>
          </a:prstGeom>
          <a:noFill/>
          <a:ln w="19050" cap="flat" cmpd="sng">
            <a:solidFill>
              <a:srgbClr val="44546A"/>
            </a:solidFill>
            <a:prstDash val="solid"/>
            <a:round/>
            <a:headEnd type="none" w="sm" len="sm"/>
            <a:tailEnd type="triangle" w="med" len="med"/>
          </a:ln>
        </p:spPr>
      </p:cxnSp>
      <p:cxnSp>
        <p:nvCxnSpPr>
          <p:cNvPr id="38" name="Google Shape;511;g96b2f0a949_0_371">
            <a:extLst>
              <a:ext uri="{FF2B5EF4-FFF2-40B4-BE49-F238E27FC236}">
                <a16:creationId xmlns:a16="http://schemas.microsoft.com/office/drawing/2014/main" id="{EF5B5A65-971F-40A4-9364-BDCA6276B5A7}"/>
              </a:ext>
            </a:extLst>
          </p:cNvPr>
          <p:cNvCxnSpPr/>
          <p:nvPr/>
        </p:nvCxnSpPr>
        <p:spPr>
          <a:xfrm>
            <a:off x="5927163" y="1663525"/>
            <a:ext cx="0" cy="824400"/>
          </a:xfrm>
          <a:prstGeom prst="straightConnector1">
            <a:avLst/>
          </a:prstGeom>
          <a:noFill/>
          <a:ln w="19050" cap="flat" cmpd="sng">
            <a:solidFill>
              <a:srgbClr val="44546A"/>
            </a:solidFill>
            <a:prstDash val="solid"/>
            <a:round/>
            <a:headEnd type="none" w="sm" len="sm"/>
            <a:tailEnd type="triangle" w="med" len="med"/>
          </a:ln>
        </p:spPr>
      </p:cxnSp>
      <p:cxnSp>
        <p:nvCxnSpPr>
          <p:cNvPr id="39" name="Google Shape;512;g96b2f0a949_0_371">
            <a:extLst>
              <a:ext uri="{FF2B5EF4-FFF2-40B4-BE49-F238E27FC236}">
                <a16:creationId xmlns:a16="http://schemas.microsoft.com/office/drawing/2014/main" id="{27046420-ACCE-4FCF-98E4-7933690BB1F3}"/>
              </a:ext>
            </a:extLst>
          </p:cNvPr>
          <p:cNvCxnSpPr/>
          <p:nvPr/>
        </p:nvCxnSpPr>
        <p:spPr>
          <a:xfrm rot="10800000" flipH="1">
            <a:off x="6137438" y="1688125"/>
            <a:ext cx="6900" cy="775200"/>
          </a:xfrm>
          <a:prstGeom prst="straightConnector1">
            <a:avLst/>
          </a:prstGeom>
          <a:noFill/>
          <a:ln w="19050" cap="flat" cmpd="sng">
            <a:solidFill>
              <a:srgbClr val="44546A"/>
            </a:solidFill>
            <a:prstDash val="solid"/>
            <a:round/>
            <a:headEnd type="none" w="sm" len="sm"/>
            <a:tailEnd type="triangle" w="med" len="med"/>
          </a:ln>
        </p:spPr>
      </p:cxnSp>
      <p:cxnSp>
        <p:nvCxnSpPr>
          <p:cNvPr id="40" name="Google Shape;513;g96b2f0a949_0_371">
            <a:extLst>
              <a:ext uri="{FF2B5EF4-FFF2-40B4-BE49-F238E27FC236}">
                <a16:creationId xmlns:a16="http://schemas.microsoft.com/office/drawing/2014/main" id="{3472642D-2B81-4E4D-917B-9AFD18E6FD5C}"/>
              </a:ext>
            </a:extLst>
          </p:cNvPr>
          <p:cNvCxnSpPr/>
          <p:nvPr/>
        </p:nvCxnSpPr>
        <p:spPr>
          <a:xfrm>
            <a:off x="7782038" y="1663525"/>
            <a:ext cx="0" cy="824400"/>
          </a:xfrm>
          <a:prstGeom prst="straightConnector1">
            <a:avLst/>
          </a:prstGeom>
          <a:noFill/>
          <a:ln w="19050" cap="flat" cmpd="sng">
            <a:solidFill>
              <a:srgbClr val="44546A"/>
            </a:solidFill>
            <a:prstDash val="solid"/>
            <a:round/>
            <a:headEnd type="none" w="sm" len="sm"/>
            <a:tailEnd type="triangle" w="med" len="med"/>
          </a:ln>
        </p:spPr>
      </p:cxnSp>
      <p:cxnSp>
        <p:nvCxnSpPr>
          <p:cNvPr id="41" name="Google Shape;514;g96b2f0a949_0_371">
            <a:extLst>
              <a:ext uri="{FF2B5EF4-FFF2-40B4-BE49-F238E27FC236}">
                <a16:creationId xmlns:a16="http://schemas.microsoft.com/office/drawing/2014/main" id="{6C4675FD-2EAD-48D8-AE92-8F7F807D241A}"/>
              </a:ext>
            </a:extLst>
          </p:cNvPr>
          <p:cNvCxnSpPr/>
          <p:nvPr/>
        </p:nvCxnSpPr>
        <p:spPr>
          <a:xfrm rot="10800000" flipH="1">
            <a:off x="7992313" y="1688125"/>
            <a:ext cx="6900" cy="775200"/>
          </a:xfrm>
          <a:prstGeom prst="straightConnector1">
            <a:avLst/>
          </a:prstGeom>
          <a:noFill/>
          <a:ln w="19050" cap="flat" cmpd="sng">
            <a:solidFill>
              <a:srgbClr val="44546A"/>
            </a:solidFill>
            <a:prstDash val="solid"/>
            <a:round/>
            <a:headEnd type="none" w="sm" len="sm"/>
            <a:tailEnd type="triangle" w="med" len="med"/>
          </a:ln>
        </p:spPr>
      </p:cxnSp>
    </p:spTree>
    <p:extLst>
      <p:ext uri="{BB962C8B-B14F-4D97-AF65-F5344CB8AC3E}">
        <p14:creationId xmlns:p14="http://schemas.microsoft.com/office/powerpoint/2010/main" val="2022114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
          <p:cNvSpPr txBox="1">
            <a:spLocks noGrp="1"/>
          </p:cNvSpPr>
          <p:nvPr>
            <p:ph type="ctrTitle"/>
          </p:nvPr>
        </p:nvSpPr>
        <p:spPr>
          <a:xfrm>
            <a:off x="685800" y="841773"/>
            <a:ext cx="7772400" cy="2322900"/>
          </a:xfrm>
          <a:prstGeom prst="rect">
            <a:avLst/>
          </a:prstGeom>
          <a:noFill/>
          <a:ln>
            <a:noFill/>
          </a:ln>
        </p:spPr>
        <p:txBody>
          <a:bodyPr spcFirstLastPara="1" wrap="square" lIns="69775" tIns="34875" rIns="69775" bIns="34875" anchor="b" anchorCtr="0">
            <a:noAutofit/>
          </a:bodyPr>
          <a:lstStyle/>
          <a:p>
            <a:pPr marL="0" lvl="0" indent="0" algn="l" rtl="0">
              <a:lnSpc>
                <a:spcPct val="90000"/>
              </a:lnSpc>
              <a:spcBef>
                <a:spcPts val="0"/>
              </a:spcBef>
              <a:spcAft>
                <a:spcPts val="0"/>
              </a:spcAft>
              <a:buSzPts val="5000"/>
              <a:buNone/>
            </a:pPr>
            <a:r>
              <a:rPr lang="en-US" sz="4800" dirty="0" err="1"/>
              <a:t>Github</a:t>
            </a:r>
            <a:endParaRPr sz="4800" dirty="0"/>
          </a:p>
        </p:txBody>
      </p:sp>
      <p:sp>
        <p:nvSpPr>
          <p:cNvPr id="103" name="Google Shape;103;p1"/>
          <p:cNvSpPr txBox="1">
            <a:spLocks noGrp="1"/>
          </p:cNvSpPr>
          <p:nvPr>
            <p:ph type="subTitle" idx="1"/>
          </p:nvPr>
        </p:nvSpPr>
        <p:spPr>
          <a:xfrm>
            <a:off x="685800" y="3267075"/>
            <a:ext cx="7772400" cy="676200"/>
          </a:xfrm>
          <a:prstGeom prst="rect">
            <a:avLst/>
          </a:prstGeom>
          <a:noFill/>
          <a:ln>
            <a:noFill/>
          </a:ln>
        </p:spPr>
        <p:txBody>
          <a:bodyPr spcFirstLastPara="1" wrap="square" lIns="69775" tIns="34875" rIns="69775" bIns="34875" anchor="t" anchorCtr="0">
            <a:noAutofit/>
          </a:bodyPr>
          <a:lstStyle/>
          <a:p>
            <a:pPr marL="0" lvl="0" indent="0" algn="l" rtl="0">
              <a:lnSpc>
                <a:spcPct val="90000"/>
              </a:lnSpc>
              <a:spcBef>
                <a:spcPts val="800"/>
              </a:spcBef>
              <a:spcAft>
                <a:spcPts val="0"/>
              </a:spcAft>
              <a:buSzPts val="1800"/>
              <a:buNone/>
            </a:pPr>
            <a:r>
              <a:rPr lang="en-US" dirty="0"/>
              <a:t>Create Repository, Push, and Clone</a:t>
            </a:r>
          </a:p>
        </p:txBody>
      </p:sp>
      <p:sp>
        <p:nvSpPr>
          <p:cNvPr id="104" name="Google Shape;104;p1"/>
          <p:cNvSpPr/>
          <p:nvPr/>
        </p:nvSpPr>
        <p:spPr>
          <a:xfrm>
            <a:off x="774235" y="507258"/>
            <a:ext cx="2983481" cy="334515"/>
          </a:xfrm>
          <a:prstGeom prst="rect">
            <a:avLst/>
          </a:prstGeom>
          <a:solidFill>
            <a:srgbClr val="037A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 name="Google Shape;105;p1"/>
          <p:cNvSpPr txBox="1"/>
          <p:nvPr/>
        </p:nvSpPr>
        <p:spPr>
          <a:xfrm>
            <a:off x="774235" y="507258"/>
            <a:ext cx="2983481"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chemeClr val="lt1"/>
                </a:solidFill>
                <a:latin typeface="Arial Black"/>
                <a:ea typeface="Arial Black"/>
                <a:cs typeface="Arial Black"/>
                <a:sym typeface="Arial Black"/>
              </a:rPr>
              <a:t>SESSION</a:t>
            </a:r>
            <a:r>
              <a:rPr lang="en-US" sz="1400" b="0" i="0" u="none" strike="noStrike" cap="none" dirty="0">
                <a:solidFill>
                  <a:schemeClr val="lt1"/>
                </a:solidFill>
                <a:latin typeface="Arial Black"/>
                <a:ea typeface="Arial Black"/>
                <a:cs typeface="Arial Black"/>
                <a:sym typeface="Arial Black"/>
              </a:rPr>
              <a:t> 9</a:t>
            </a:r>
            <a:endParaRPr sz="1400" b="0" i="0" u="none" strike="noStrike" cap="none" dirty="0">
              <a:solidFill>
                <a:schemeClr val="lt1"/>
              </a:solidFill>
              <a:latin typeface="Arial Black"/>
              <a:ea typeface="Arial Black"/>
              <a:cs typeface="Arial Black"/>
              <a:sym typeface="Arial Black"/>
            </a:endParaRPr>
          </a:p>
        </p:txBody>
      </p:sp>
    </p:spTree>
    <p:extLst>
      <p:ext uri="{BB962C8B-B14F-4D97-AF65-F5344CB8AC3E}">
        <p14:creationId xmlns:p14="http://schemas.microsoft.com/office/powerpoint/2010/main" val="1119781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EE34B-1FEE-432F-8940-A8D5F8414D73}"/>
              </a:ext>
            </a:extLst>
          </p:cNvPr>
          <p:cNvSpPr>
            <a:spLocks noGrp="1"/>
          </p:cNvSpPr>
          <p:nvPr>
            <p:ph type="title"/>
          </p:nvPr>
        </p:nvSpPr>
        <p:spPr/>
        <p:txBody>
          <a:bodyPr/>
          <a:lstStyle/>
          <a:p>
            <a:r>
              <a:rPr lang="en-US" dirty="0"/>
              <a:t>New Git Commands</a:t>
            </a:r>
            <a:endParaRPr lang="en-ID" dirty="0"/>
          </a:p>
        </p:txBody>
      </p:sp>
      <p:sp>
        <p:nvSpPr>
          <p:cNvPr id="4" name="TextBox 3">
            <a:extLst>
              <a:ext uri="{FF2B5EF4-FFF2-40B4-BE49-F238E27FC236}">
                <a16:creationId xmlns:a16="http://schemas.microsoft.com/office/drawing/2014/main" id="{192DDF25-F826-412E-B6B6-8D4A56E095E1}"/>
              </a:ext>
            </a:extLst>
          </p:cNvPr>
          <p:cNvSpPr txBox="1"/>
          <p:nvPr/>
        </p:nvSpPr>
        <p:spPr>
          <a:xfrm>
            <a:off x="628650" y="1270000"/>
            <a:ext cx="7988438" cy="1600438"/>
          </a:xfrm>
          <a:prstGeom prst="rect">
            <a:avLst/>
          </a:prstGeom>
          <a:noFill/>
        </p:spPr>
        <p:txBody>
          <a:bodyPr wrap="square" rtlCol="0">
            <a:spAutoFit/>
          </a:bodyPr>
          <a:lstStyle/>
          <a:p>
            <a:pPr marL="285750" indent="-285750">
              <a:buFont typeface="Arial" panose="020B0604020202020204" pitchFamily="34" charset="0"/>
              <a:buChar char="•"/>
            </a:pPr>
            <a:r>
              <a:rPr lang="en-US" dirty="0"/>
              <a:t>git remote	=&gt;	used to create, view, and delete connections to other 				repositories.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git push		=&gt;	used to upload local repository content to a remote repository.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git clone	=&gt;	used to target an existing repository and create a clone, or copy 			of the target repository.</a:t>
            </a:r>
            <a:endParaRPr lang="en-ID" dirty="0"/>
          </a:p>
        </p:txBody>
      </p:sp>
    </p:spTree>
    <p:extLst>
      <p:ext uri="{BB962C8B-B14F-4D97-AF65-F5344CB8AC3E}">
        <p14:creationId xmlns:p14="http://schemas.microsoft.com/office/powerpoint/2010/main" val="3871844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B660-43CC-422B-B901-EB633F613DF1}"/>
              </a:ext>
            </a:extLst>
          </p:cNvPr>
          <p:cNvSpPr>
            <a:spLocks noGrp="1"/>
          </p:cNvSpPr>
          <p:nvPr>
            <p:ph type="title"/>
          </p:nvPr>
        </p:nvSpPr>
        <p:spPr/>
        <p:txBody>
          <a:bodyPr/>
          <a:lstStyle/>
          <a:p>
            <a:r>
              <a:rPr lang="en-US" dirty="0"/>
              <a:t>git remote</a:t>
            </a:r>
            <a:endParaRPr lang="en-ID" dirty="0"/>
          </a:p>
        </p:txBody>
      </p:sp>
      <p:sp>
        <p:nvSpPr>
          <p:cNvPr id="3" name="Text Placeholder 2">
            <a:extLst>
              <a:ext uri="{FF2B5EF4-FFF2-40B4-BE49-F238E27FC236}">
                <a16:creationId xmlns:a16="http://schemas.microsoft.com/office/drawing/2014/main" id="{314038B1-89F3-4A0D-A36A-D66FE6D4F03B}"/>
              </a:ext>
            </a:extLst>
          </p:cNvPr>
          <p:cNvSpPr>
            <a:spLocks noGrp="1"/>
          </p:cNvSpPr>
          <p:nvPr>
            <p:ph type="body" idx="1"/>
          </p:nvPr>
        </p:nvSpPr>
        <p:spPr/>
        <p:txBody>
          <a:bodyPr/>
          <a:lstStyle/>
          <a:p>
            <a:pPr marL="114300" indent="0">
              <a:buNone/>
            </a:pPr>
            <a:r>
              <a:rPr lang="en-US" sz="1600" dirty="0"/>
              <a:t>The git remote command used to create, view, and delete connections to other repositories. </a:t>
            </a:r>
          </a:p>
          <a:p>
            <a:pPr marL="114300" indent="0">
              <a:buNone/>
            </a:pPr>
            <a:endParaRPr lang="en-US" sz="1600" dirty="0"/>
          </a:p>
          <a:p>
            <a:pPr marL="114300" indent="0">
              <a:buNone/>
            </a:pPr>
            <a:r>
              <a:rPr lang="en-US" sz="1600" dirty="0"/>
              <a:t>The connections are more like bookmarks rather than direct links into the other repositories. </a:t>
            </a:r>
          </a:p>
          <a:p>
            <a:pPr marL="114300" indent="0">
              <a:buNone/>
            </a:pPr>
            <a:endParaRPr lang="en-US" sz="1600" dirty="0"/>
          </a:p>
          <a:p>
            <a:pPr marL="114300" indent="0">
              <a:buNone/>
            </a:pPr>
            <a:r>
              <a:rPr lang="en-US" sz="1600" dirty="0"/>
              <a:t>The connections actually serves as a name which can be used to reference the URL of the repository.</a:t>
            </a:r>
            <a:endParaRPr lang="en-ID" sz="1600" dirty="0"/>
          </a:p>
        </p:txBody>
      </p:sp>
    </p:spTree>
    <p:extLst>
      <p:ext uri="{BB962C8B-B14F-4D97-AF65-F5344CB8AC3E}">
        <p14:creationId xmlns:p14="http://schemas.microsoft.com/office/powerpoint/2010/main" val="3205998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CC244-165B-4658-B484-C118B74349D5}"/>
              </a:ext>
            </a:extLst>
          </p:cNvPr>
          <p:cNvSpPr>
            <a:spLocks noGrp="1"/>
          </p:cNvSpPr>
          <p:nvPr>
            <p:ph type="title"/>
          </p:nvPr>
        </p:nvSpPr>
        <p:spPr/>
        <p:txBody>
          <a:bodyPr/>
          <a:lstStyle/>
          <a:p>
            <a:r>
              <a:rPr lang="en-US" dirty="0"/>
              <a:t>git remote</a:t>
            </a:r>
            <a:endParaRPr lang="en-ID" dirty="0"/>
          </a:p>
        </p:txBody>
      </p:sp>
      <p:sp>
        <p:nvSpPr>
          <p:cNvPr id="4" name="TextBox 3">
            <a:extLst>
              <a:ext uri="{FF2B5EF4-FFF2-40B4-BE49-F238E27FC236}">
                <a16:creationId xmlns:a16="http://schemas.microsoft.com/office/drawing/2014/main" id="{EC0485C5-B01A-4603-B1F9-97DC65FAB922}"/>
              </a:ext>
            </a:extLst>
          </p:cNvPr>
          <p:cNvSpPr txBox="1"/>
          <p:nvPr/>
        </p:nvSpPr>
        <p:spPr>
          <a:xfrm>
            <a:off x="628650" y="1002998"/>
            <a:ext cx="7570805" cy="3708708"/>
          </a:xfrm>
          <a:prstGeom prst="rect">
            <a:avLst/>
          </a:prstGeom>
          <a:noFill/>
        </p:spPr>
        <p:txBody>
          <a:bodyPr wrap="square" numCol="1">
            <a:spAutoFit/>
          </a:bodyPr>
          <a:lstStyle/>
          <a:p>
            <a:pPr algn="l"/>
            <a:endParaRPr lang="en-ID" sz="900" b="0" i="0" u="none" strike="noStrike" baseline="0" dirty="0">
              <a:solidFill>
                <a:srgbClr val="000000"/>
              </a:solidFill>
              <a:latin typeface="Arial" panose="020B0604020202020204" pitchFamily="34" charset="0"/>
              <a:cs typeface="Arial" panose="020B0604020202020204" pitchFamily="34" charset="0"/>
            </a:endParaRPr>
          </a:p>
          <a:p>
            <a:endParaRPr lang="en-ID" sz="900" b="0" i="0" u="none" strike="noStrike" baseline="0" dirty="0">
              <a:latin typeface="Arial" panose="020B0604020202020204" pitchFamily="34" charset="0"/>
              <a:cs typeface="Arial" panose="020B0604020202020204" pitchFamily="34" charset="0"/>
            </a:endParaRPr>
          </a:p>
          <a:p>
            <a:r>
              <a:rPr lang="en-US" sz="1600" b="0" i="0" u="none" strike="noStrike" baseline="0" dirty="0">
                <a:latin typeface="Arial" panose="020B0604020202020204" pitchFamily="34" charset="0"/>
                <a:cs typeface="Arial" panose="020B0604020202020204" pitchFamily="34" charset="0"/>
              </a:rPr>
              <a:t>List the remote connections you have to other repositories</a:t>
            </a:r>
            <a:r>
              <a:rPr lang="en-ID" sz="1600" b="0" i="0" u="none" strike="noStrike" baseline="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ID" b="1" dirty="0">
                <a:latin typeface="Arial" panose="020B0604020202020204" pitchFamily="34" charset="0"/>
                <a:cs typeface="Arial" panose="020B0604020202020204" pitchFamily="34" charset="0"/>
              </a:rPr>
              <a:t>g</a:t>
            </a:r>
            <a:r>
              <a:rPr lang="en-ID" sz="1400" b="1" i="0" u="none" strike="noStrike" baseline="0" dirty="0">
                <a:latin typeface="Arial" panose="020B0604020202020204" pitchFamily="34" charset="0"/>
                <a:cs typeface="Arial" panose="020B0604020202020204" pitchFamily="34" charset="0"/>
              </a:rPr>
              <a:t>it remote</a:t>
            </a:r>
          </a:p>
          <a:p>
            <a:endParaRPr lang="en-ID" sz="1400" b="0" i="0" u="none" strike="noStrike" baseline="0" dirty="0">
              <a:latin typeface="Arial" panose="020B0604020202020204" pitchFamily="34" charset="0"/>
              <a:cs typeface="Arial" panose="020B0604020202020204" pitchFamily="34" charset="0"/>
            </a:endParaRPr>
          </a:p>
          <a:p>
            <a:r>
              <a:rPr lang="en-US" sz="1600" b="0" i="0" u="none" strike="noStrike" baseline="0" dirty="0">
                <a:latin typeface="Arial" panose="020B0604020202020204" pitchFamily="34" charset="0"/>
                <a:cs typeface="Arial" panose="020B0604020202020204" pitchFamily="34" charset="0"/>
              </a:rPr>
              <a:t>Same as the above command, but include the URL of each connection: </a:t>
            </a:r>
            <a:endParaRPr lang="en-ID" sz="1600" b="0" i="0" u="none" strike="noStrike" baseline="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D" sz="1400" b="1" i="0" u="none" strike="noStrike" baseline="0" dirty="0">
                <a:latin typeface="Arial" panose="020B0604020202020204" pitchFamily="34" charset="0"/>
                <a:cs typeface="Arial" panose="020B0604020202020204" pitchFamily="34" charset="0"/>
              </a:rPr>
              <a:t>git remote -v</a:t>
            </a:r>
          </a:p>
          <a:p>
            <a:endParaRPr lang="en-ID" sz="1400" b="0" i="0" u="none" strike="noStrike" baseline="0" dirty="0">
              <a:latin typeface="Arial" panose="020B0604020202020204" pitchFamily="34" charset="0"/>
              <a:cs typeface="Arial" panose="020B0604020202020204" pitchFamily="34" charset="0"/>
            </a:endParaRPr>
          </a:p>
          <a:p>
            <a:r>
              <a:rPr lang="en-US" sz="1600" b="0" i="0" u="none" strike="noStrike" baseline="0" dirty="0">
                <a:latin typeface="Arial" panose="020B0604020202020204" pitchFamily="34" charset="0"/>
                <a:cs typeface="Arial" panose="020B0604020202020204" pitchFamily="34" charset="0"/>
              </a:rPr>
              <a:t>Create a new connection to a remote repository</a:t>
            </a:r>
            <a:r>
              <a:rPr lang="en-ID" sz="1600" b="0" i="0" u="none" strike="noStrike" baseline="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400" b="1" i="0" u="none" strike="noStrike" baseline="0" dirty="0">
                <a:latin typeface="Arial" panose="020B0604020202020204" pitchFamily="34" charset="0"/>
                <a:cs typeface="Arial" panose="020B0604020202020204" pitchFamily="34" charset="0"/>
              </a:rPr>
              <a:t>git remote add &lt;name&gt; &lt;</a:t>
            </a:r>
            <a:r>
              <a:rPr lang="en-US" sz="1400" b="1" i="0" u="none" strike="noStrike" baseline="0" dirty="0" err="1">
                <a:latin typeface="Arial" panose="020B0604020202020204" pitchFamily="34" charset="0"/>
                <a:cs typeface="Arial" panose="020B0604020202020204" pitchFamily="34" charset="0"/>
              </a:rPr>
              <a:t>url</a:t>
            </a:r>
            <a:r>
              <a:rPr lang="en-US" sz="1400" b="1" i="0" u="none" strike="noStrike" baseline="0" dirty="0">
                <a:latin typeface="Arial" panose="020B0604020202020204" pitchFamily="34" charset="0"/>
                <a:cs typeface="Arial" panose="020B0604020202020204" pitchFamily="34" charset="0"/>
              </a:rPr>
              <a:t>&gt;</a:t>
            </a:r>
          </a:p>
          <a:p>
            <a:endParaRPr lang="en-ID" sz="1400" b="0" i="0" u="none" strike="noStrike" baseline="0" dirty="0">
              <a:latin typeface="Arial" panose="020B0604020202020204" pitchFamily="34" charset="0"/>
              <a:cs typeface="Arial" panose="020B0604020202020204" pitchFamily="34" charset="0"/>
            </a:endParaRPr>
          </a:p>
          <a:p>
            <a:r>
              <a:rPr lang="en-US" sz="1600" b="0" i="0" u="none" strike="noStrike" baseline="0" dirty="0">
                <a:latin typeface="Arial" panose="020B0604020202020204" pitchFamily="34" charset="0"/>
                <a:cs typeface="Arial" panose="020B0604020202020204" pitchFamily="34" charset="0"/>
              </a:rPr>
              <a:t>Remove the connection to the remote repository by name: </a:t>
            </a:r>
            <a:endParaRPr lang="en-ID" sz="1600" b="0" i="0" u="none" strike="noStrike" baseline="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D" sz="1400" b="1" i="0" u="none" strike="noStrike" baseline="0" dirty="0">
                <a:latin typeface="Arial" panose="020B0604020202020204" pitchFamily="34" charset="0"/>
                <a:cs typeface="Arial" panose="020B0604020202020204" pitchFamily="34" charset="0"/>
              </a:rPr>
              <a:t>git remote rm &lt;name&gt;</a:t>
            </a:r>
          </a:p>
          <a:p>
            <a:endParaRPr lang="en-ID" b="1"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Rename a remote connection : </a:t>
            </a:r>
            <a:endParaRPr kumimoji="0" lang="en-ID" sz="16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git remote rename &lt;</a:t>
            </a:r>
            <a:r>
              <a:rPr kumimoji="0" lang="en-US" sz="1400" b="1" i="0" u="none" strike="noStrike" kern="0" cap="none" spc="0" normalizeH="0" baseline="0" noProof="0" dirty="0" err="1">
                <a:ln>
                  <a:noFill/>
                </a:ln>
                <a:solidFill>
                  <a:srgbClr val="000000"/>
                </a:solidFill>
                <a:effectLst/>
                <a:uLnTx/>
                <a:uFillTx/>
                <a:latin typeface="Arial" panose="020B0604020202020204" pitchFamily="34" charset="0"/>
                <a:cs typeface="Arial" panose="020B0604020202020204" pitchFamily="34" charset="0"/>
                <a:sym typeface="Arial"/>
              </a:rPr>
              <a:t>oldName</a:t>
            </a:r>
            <a:r>
              <a:rPr kumimoji="0" lang="en-US"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&gt; &lt;</a:t>
            </a:r>
            <a:r>
              <a:rPr kumimoji="0" lang="en-US" sz="1400" b="1" i="0" u="none" strike="noStrike" kern="0" cap="none" spc="0" normalizeH="0" baseline="0" noProof="0" dirty="0" err="1">
                <a:ln>
                  <a:noFill/>
                </a:ln>
                <a:solidFill>
                  <a:srgbClr val="000000"/>
                </a:solidFill>
                <a:effectLst/>
                <a:uLnTx/>
                <a:uFillTx/>
                <a:latin typeface="Arial" panose="020B0604020202020204" pitchFamily="34" charset="0"/>
                <a:cs typeface="Arial" panose="020B0604020202020204" pitchFamily="34" charset="0"/>
                <a:sym typeface="Arial"/>
              </a:rPr>
              <a:t>newName</a:t>
            </a:r>
            <a:r>
              <a:rPr kumimoji="0" lang="en-US"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&gt;</a:t>
            </a:r>
            <a:endParaRPr lang="en-ID" sz="1600" b="0" i="0" u="none" strike="noStrike" baseline="0" dirty="0">
              <a:latin typeface="Arial" panose="020B0604020202020204" pitchFamily="34" charset="0"/>
              <a:cs typeface="Arial" panose="020B0604020202020204" pitchFamily="34" charset="0"/>
            </a:endParaRPr>
          </a:p>
          <a:p>
            <a:pPr marL="180975"/>
            <a:endParaRPr lang="en-ID" sz="11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3944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oogle Shape;528;g96b2f0a949_0_391">
            <a:extLst>
              <a:ext uri="{FF2B5EF4-FFF2-40B4-BE49-F238E27FC236}">
                <a16:creationId xmlns:a16="http://schemas.microsoft.com/office/drawing/2014/main" id="{D7D301E4-9A3C-4CF5-8971-A1EB10D744E3}"/>
              </a:ext>
            </a:extLst>
          </p:cNvPr>
          <p:cNvPicPr preferRelativeResize="0"/>
          <p:nvPr/>
        </p:nvPicPr>
        <p:blipFill rotWithShape="1">
          <a:blip r:embed="rId3">
            <a:alphaModFix/>
          </a:blip>
          <a:srcRect/>
          <a:stretch/>
        </p:blipFill>
        <p:spPr>
          <a:xfrm>
            <a:off x="2612276" y="0"/>
            <a:ext cx="3095601" cy="1709250"/>
          </a:xfrm>
          <a:prstGeom prst="rect">
            <a:avLst/>
          </a:prstGeom>
          <a:noFill/>
          <a:ln>
            <a:noFill/>
          </a:ln>
        </p:spPr>
      </p:pic>
      <p:cxnSp>
        <p:nvCxnSpPr>
          <p:cNvPr id="11" name="Google Shape;530;g96b2f0a949_0_391">
            <a:extLst>
              <a:ext uri="{FF2B5EF4-FFF2-40B4-BE49-F238E27FC236}">
                <a16:creationId xmlns:a16="http://schemas.microsoft.com/office/drawing/2014/main" id="{9DF93D95-53E5-464F-BA90-386A4B96C84B}"/>
              </a:ext>
            </a:extLst>
          </p:cNvPr>
          <p:cNvCxnSpPr>
            <a:cxnSpLocks/>
          </p:cNvCxnSpPr>
          <p:nvPr/>
        </p:nvCxnSpPr>
        <p:spPr>
          <a:xfrm rot="10800000" flipH="1">
            <a:off x="4153176" y="2181022"/>
            <a:ext cx="6900" cy="775200"/>
          </a:xfrm>
          <a:prstGeom prst="straightConnector1">
            <a:avLst/>
          </a:prstGeom>
          <a:noFill/>
          <a:ln w="19050" cap="flat" cmpd="sng">
            <a:solidFill>
              <a:srgbClr val="44546A"/>
            </a:solidFill>
            <a:prstDash val="solid"/>
            <a:round/>
            <a:headEnd type="none" w="sm" len="sm"/>
            <a:tailEnd type="triangle" w="med" len="med"/>
          </a:ln>
        </p:spPr>
      </p:cxnSp>
      <p:sp>
        <p:nvSpPr>
          <p:cNvPr id="12" name="Google Shape;531;g96b2f0a949_0_391">
            <a:extLst>
              <a:ext uri="{FF2B5EF4-FFF2-40B4-BE49-F238E27FC236}">
                <a16:creationId xmlns:a16="http://schemas.microsoft.com/office/drawing/2014/main" id="{979D798B-2F97-4C97-ABC1-8812A62E3578}"/>
              </a:ext>
            </a:extLst>
          </p:cNvPr>
          <p:cNvSpPr txBox="1"/>
          <p:nvPr/>
        </p:nvSpPr>
        <p:spPr>
          <a:xfrm>
            <a:off x="4256577" y="2316472"/>
            <a:ext cx="1074000" cy="504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dirty="0"/>
              <a:t>g</a:t>
            </a:r>
            <a:r>
              <a:rPr lang="en-US" sz="1600" b="1" i="0" u="none" strike="noStrike" cap="none" dirty="0">
                <a:solidFill>
                  <a:srgbClr val="000000"/>
                </a:solidFill>
                <a:latin typeface="Arial"/>
                <a:ea typeface="Arial"/>
                <a:cs typeface="Arial"/>
                <a:sym typeface="Arial"/>
              </a:rPr>
              <a:t>it push</a:t>
            </a:r>
            <a:endParaRPr sz="1600" b="1" i="0" u="none" strike="noStrike" cap="none" dirty="0">
              <a:solidFill>
                <a:srgbClr val="000000"/>
              </a:solidFill>
              <a:latin typeface="Arial"/>
              <a:ea typeface="Arial"/>
              <a:cs typeface="Arial"/>
              <a:sym typeface="Arial"/>
            </a:endParaRPr>
          </a:p>
        </p:txBody>
      </p:sp>
      <p:pic>
        <p:nvPicPr>
          <p:cNvPr id="15" name="Google Shape;546;g5361c45bbd_0_51">
            <a:extLst>
              <a:ext uri="{FF2B5EF4-FFF2-40B4-BE49-F238E27FC236}">
                <a16:creationId xmlns:a16="http://schemas.microsoft.com/office/drawing/2014/main" id="{CE72DDA9-8D32-46C9-A0B6-755A57A540F8}"/>
              </a:ext>
            </a:extLst>
          </p:cNvPr>
          <p:cNvPicPr preferRelativeResize="0"/>
          <p:nvPr/>
        </p:nvPicPr>
        <p:blipFill rotWithShape="1">
          <a:blip r:embed="rId4">
            <a:alphaModFix/>
          </a:blip>
          <a:srcRect t="50000" r="66966" b="6483"/>
          <a:stretch/>
        </p:blipFill>
        <p:spPr>
          <a:xfrm>
            <a:off x="3360564" y="3288797"/>
            <a:ext cx="1792027" cy="1278776"/>
          </a:xfrm>
          <a:prstGeom prst="rect">
            <a:avLst/>
          </a:prstGeom>
          <a:noFill/>
          <a:ln>
            <a:noFill/>
          </a:ln>
        </p:spPr>
      </p:pic>
      <p:sp>
        <p:nvSpPr>
          <p:cNvPr id="2" name="TextBox 1">
            <a:extLst>
              <a:ext uri="{FF2B5EF4-FFF2-40B4-BE49-F238E27FC236}">
                <a16:creationId xmlns:a16="http://schemas.microsoft.com/office/drawing/2014/main" id="{5500B01C-6478-44E6-8CCB-F2CDB1E32D3C}"/>
              </a:ext>
            </a:extLst>
          </p:cNvPr>
          <p:cNvSpPr txBox="1"/>
          <p:nvPr/>
        </p:nvSpPr>
        <p:spPr>
          <a:xfrm>
            <a:off x="3597582" y="4522650"/>
            <a:ext cx="1317990" cy="307777"/>
          </a:xfrm>
          <a:prstGeom prst="rect">
            <a:avLst/>
          </a:prstGeom>
          <a:noFill/>
        </p:spPr>
        <p:txBody>
          <a:bodyPr wrap="none" rtlCol="0">
            <a:spAutoFit/>
          </a:bodyPr>
          <a:lstStyle/>
          <a:p>
            <a:r>
              <a:rPr lang="en-US" dirty="0"/>
              <a:t>Our Computer</a:t>
            </a:r>
            <a:endParaRPr lang="en-ID" dirty="0"/>
          </a:p>
        </p:txBody>
      </p:sp>
      <p:sp>
        <p:nvSpPr>
          <p:cNvPr id="4" name="TextBox 3">
            <a:extLst>
              <a:ext uri="{FF2B5EF4-FFF2-40B4-BE49-F238E27FC236}">
                <a16:creationId xmlns:a16="http://schemas.microsoft.com/office/drawing/2014/main" id="{746717BE-CC39-4822-8493-E60ED1977687}"/>
              </a:ext>
            </a:extLst>
          </p:cNvPr>
          <p:cNvSpPr txBox="1"/>
          <p:nvPr/>
        </p:nvSpPr>
        <p:spPr>
          <a:xfrm>
            <a:off x="3157651" y="1629421"/>
            <a:ext cx="2154757" cy="307777"/>
          </a:xfrm>
          <a:prstGeom prst="rect">
            <a:avLst/>
          </a:prstGeom>
          <a:noFill/>
        </p:spPr>
        <p:txBody>
          <a:bodyPr wrap="none" rtlCol="0">
            <a:spAutoFit/>
          </a:bodyPr>
          <a:lstStyle/>
          <a:p>
            <a:r>
              <a:rPr lang="en-US" dirty="0"/>
              <a:t>Our Repository in </a:t>
            </a:r>
            <a:r>
              <a:rPr lang="en-US" dirty="0" err="1"/>
              <a:t>Github</a:t>
            </a:r>
            <a:endParaRPr lang="en-ID" dirty="0"/>
          </a:p>
        </p:txBody>
      </p:sp>
    </p:spTree>
    <p:extLst>
      <p:ext uri="{BB962C8B-B14F-4D97-AF65-F5344CB8AC3E}">
        <p14:creationId xmlns:p14="http://schemas.microsoft.com/office/powerpoint/2010/main" val="1758932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1413-3D30-488A-8622-A6BFA097DACC}"/>
              </a:ext>
            </a:extLst>
          </p:cNvPr>
          <p:cNvSpPr>
            <a:spLocks noGrp="1"/>
          </p:cNvSpPr>
          <p:nvPr>
            <p:ph type="title"/>
          </p:nvPr>
        </p:nvSpPr>
        <p:spPr/>
        <p:txBody>
          <a:bodyPr/>
          <a:lstStyle/>
          <a:p>
            <a:r>
              <a:rPr lang="en-US" dirty="0"/>
              <a:t>git push</a:t>
            </a:r>
            <a:endParaRPr lang="en-ID" dirty="0"/>
          </a:p>
        </p:txBody>
      </p:sp>
      <p:sp>
        <p:nvSpPr>
          <p:cNvPr id="6" name="TextBox 5">
            <a:extLst>
              <a:ext uri="{FF2B5EF4-FFF2-40B4-BE49-F238E27FC236}">
                <a16:creationId xmlns:a16="http://schemas.microsoft.com/office/drawing/2014/main" id="{3501C2F0-EBDE-4EC5-B93C-A41225DE66B2}"/>
              </a:ext>
            </a:extLst>
          </p:cNvPr>
          <p:cNvSpPr txBox="1"/>
          <p:nvPr/>
        </p:nvSpPr>
        <p:spPr>
          <a:xfrm>
            <a:off x="628650" y="1002998"/>
            <a:ext cx="7570805" cy="1923604"/>
          </a:xfrm>
          <a:prstGeom prst="rect">
            <a:avLst/>
          </a:prstGeom>
          <a:noFill/>
        </p:spPr>
        <p:txBody>
          <a:bodyPr wrap="square" numCol="1">
            <a:spAutoFit/>
          </a:bodyPr>
          <a:lstStyle/>
          <a:p>
            <a:pPr algn="l"/>
            <a:endParaRPr lang="en-ID" sz="900" b="0" i="0" u="none" strike="noStrike" baseline="0" dirty="0">
              <a:solidFill>
                <a:srgbClr val="000000"/>
              </a:solidFill>
              <a:latin typeface="Arial" panose="020B0604020202020204" pitchFamily="34" charset="0"/>
              <a:cs typeface="Arial" panose="020B0604020202020204" pitchFamily="34" charset="0"/>
            </a:endParaRPr>
          </a:p>
          <a:p>
            <a:endParaRPr lang="en-ID" sz="900" b="0" i="0" u="none" strike="noStrike" baseline="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U</a:t>
            </a:r>
            <a:r>
              <a:rPr lang="en-US" sz="1600" b="0" i="0" u="none" strike="noStrike" baseline="0" dirty="0">
                <a:latin typeface="Arial" panose="020B0604020202020204" pitchFamily="34" charset="0"/>
                <a:cs typeface="Arial" panose="020B0604020202020204" pitchFamily="34" charset="0"/>
              </a:rPr>
              <a:t>pload local repository content to a remote repository. (Pushing is how you transfer commits from your local repository to a remote repo) </a:t>
            </a:r>
            <a:r>
              <a:rPr lang="en-ID" sz="1600" b="0" i="0" u="none" strike="noStrike" baseline="0" dirty="0">
                <a:latin typeface="Arial" panose="020B0604020202020204" pitchFamily="34" charset="0"/>
                <a:cs typeface="Arial" panose="020B0604020202020204" pitchFamily="34" charset="0"/>
              </a:rPr>
              <a:t>: </a:t>
            </a:r>
          </a:p>
          <a:p>
            <a:endParaRPr lang="en-ID" sz="1600" b="0" i="0" u="none" strike="noStrike" baseline="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D" b="1" dirty="0">
                <a:latin typeface="Arial" panose="020B0604020202020204" pitchFamily="34" charset="0"/>
                <a:cs typeface="Arial" panose="020B0604020202020204" pitchFamily="34" charset="0"/>
              </a:rPr>
              <a:t>git push &lt;remote&gt; &lt;branch&gt;</a:t>
            </a:r>
          </a:p>
          <a:p>
            <a:pPr marL="285750" indent="-285750">
              <a:buFont typeface="Arial" panose="020B0604020202020204" pitchFamily="34" charset="0"/>
              <a:buChar char="•"/>
            </a:pPr>
            <a:endParaRPr lang="en-ID" sz="1400" b="1" i="0" u="none" strike="noStrike" baseline="0" dirty="0">
              <a:latin typeface="Arial" panose="020B0604020202020204" pitchFamily="34" charset="0"/>
              <a:cs typeface="Arial" panose="020B0604020202020204" pitchFamily="34" charset="0"/>
            </a:endParaRPr>
          </a:p>
          <a:p>
            <a:r>
              <a:rPr lang="en-ID" b="1" dirty="0">
                <a:solidFill>
                  <a:srgbClr val="FF0000"/>
                </a:solidFill>
                <a:latin typeface="Arial" panose="020B0604020202020204" pitchFamily="34" charset="0"/>
                <a:cs typeface="Arial" panose="020B0604020202020204" pitchFamily="34" charset="0"/>
              </a:rPr>
              <a:t>// example =&gt; git push origin master</a:t>
            </a:r>
            <a:endParaRPr lang="en-ID" sz="1400" b="0" i="0" u="none" strike="noStrike" baseline="0" dirty="0">
              <a:solidFill>
                <a:srgbClr val="FF0000"/>
              </a:solidFill>
              <a:latin typeface="Arial" panose="020B0604020202020204" pitchFamily="34" charset="0"/>
              <a:cs typeface="Arial" panose="020B0604020202020204" pitchFamily="34" charset="0"/>
            </a:endParaRPr>
          </a:p>
          <a:p>
            <a:pPr marL="180975"/>
            <a:endParaRPr lang="en-ID" sz="11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7570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oogle Shape;546;g5361c45bbd_0_51">
            <a:extLst>
              <a:ext uri="{FF2B5EF4-FFF2-40B4-BE49-F238E27FC236}">
                <a16:creationId xmlns:a16="http://schemas.microsoft.com/office/drawing/2014/main" id="{59934582-1DFF-45E4-9DC9-B4A7CB6AC06A}"/>
              </a:ext>
            </a:extLst>
          </p:cNvPr>
          <p:cNvPicPr preferRelativeResize="0"/>
          <p:nvPr/>
        </p:nvPicPr>
        <p:blipFill rotWithShape="1">
          <a:blip r:embed="rId3">
            <a:alphaModFix/>
          </a:blip>
          <a:srcRect t="50000" r="66966" b="6483"/>
          <a:stretch/>
        </p:blipFill>
        <p:spPr>
          <a:xfrm>
            <a:off x="1887751" y="2722467"/>
            <a:ext cx="1792027" cy="1278776"/>
          </a:xfrm>
          <a:prstGeom prst="rect">
            <a:avLst/>
          </a:prstGeom>
          <a:noFill/>
          <a:ln>
            <a:noFill/>
          </a:ln>
        </p:spPr>
      </p:pic>
      <p:pic>
        <p:nvPicPr>
          <p:cNvPr id="12" name="Google Shape;547;g5361c45bbd_0_51">
            <a:extLst>
              <a:ext uri="{FF2B5EF4-FFF2-40B4-BE49-F238E27FC236}">
                <a16:creationId xmlns:a16="http://schemas.microsoft.com/office/drawing/2014/main" id="{DA94283F-C64D-4E90-BF36-443E268CAD6A}"/>
              </a:ext>
            </a:extLst>
          </p:cNvPr>
          <p:cNvPicPr preferRelativeResize="0"/>
          <p:nvPr/>
        </p:nvPicPr>
        <p:blipFill rotWithShape="1">
          <a:blip r:embed="rId3">
            <a:alphaModFix/>
          </a:blip>
          <a:srcRect l="28045" r="27367" b="71946"/>
          <a:stretch/>
        </p:blipFill>
        <p:spPr>
          <a:xfrm>
            <a:off x="2696075" y="57200"/>
            <a:ext cx="3751848" cy="1278776"/>
          </a:xfrm>
          <a:prstGeom prst="rect">
            <a:avLst/>
          </a:prstGeom>
          <a:noFill/>
          <a:ln>
            <a:noFill/>
          </a:ln>
        </p:spPr>
      </p:pic>
      <p:cxnSp>
        <p:nvCxnSpPr>
          <p:cNvPr id="13" name="Google Shape;548;g5361c45bbd_0_51">
            <a:extLst>
              <a:ext uri="{FF2B5EF4-FFF2-40B4-BE49-F238E27FC236}">
                <a16:creationId xmlns:a16="http://schemas.microsoft.com/office/drawing/2014/main" id="{FB823B30-B24D-48B7-89DB-CEF67105AF65}"/>
              </a:ext>
            </a:extLst>
          </p:cNvPr>
          <p:cNvCxnSpPr/>
          <p:nvPr/>
        </p:nvCxnSpPr>
        <p:spPr>
          <a:xfrm rot="10800000" flipH="1">
            <a:off x="2776865" y="1722028"/>
            <a:ext cx="6900" cy="775200"/>
          </a:xfrm>
          <a:prstGeom prst="straightConnector1">
            <a:avLst/>
          </a:prstGeom>
          <a:noFill/>
          <a:ln w="19050" cap="flat" cmpd="sng">
            <a:solidFill>
              <a:srgbClr val="44546A"/>
            </a:solidFill>
            <a:prstDash val="solid"/>
            <a:round/>
            <a:headEnd type="none" w="sm" len="sm"/>
            <a:tailEnd type="triangle" w="med" len="med"/>
          </a:ln>
        </p:spPr>
      </p:cxnSp>
      <p:cxnSp>
        <p:nvCxnSpPr>
          <p:cNvPr id="14" name="Google Shape;549;g5361c45bbd_0_51">
            <a:extLst>
              <a:ext uri="{FF2B5EF4-FFF2-40B4-BE49-F238E27FC236}">
                <a16:creationId xmlns:a16="http://schemas.microsoft.com/office/drawing/2014/main" id="{B651D0F8-60A6-41E7-9AC5-9A77CC765670}"/>
              </a:ext>
            </a:extLst>
          </p:cNvPr>
          <p:cNvCxnSpPr/>
          <p:nvPr/>
        </p:nvCxnSpPr>
        <p:spPr>
          <a:xfrm>
            <a:off x="6352215" y="1639890"/>
            <a:ext cx="0" cy="824400"/>
          </a:xfrm>
          <a:prstGeom prst="straightConnector1">
            <a:avLst/>
          </a:prstGeom>
          <a:noFill/>
          <a:ln w="19050" cap="flat" cmpd="sng">
            <a:solidFill>
              <a:srgbClr val="44546A"/>
            </a:solidFill>
            <a:prstDash val="solid"/>
            <a:round/>
            <a:headEnd type="none" w="sm" len="sm"/>
            <a:tailEnd type="triangle" w="med" len="med"/>
          </a:ln>
        </p:spPr>
      </p:cxnSp>
      <p:pic>
        <p:nvPicPr>
          <p:cNvPr id="15" name="Google Shape;550;g5361c45bbd_0_51">
            <a:extLst>
              <a:ext uri="{FF2B5EF4-FFF2-40B4-BE49-F238E27FC236}">
                <a16:creationId xmlns:a16="http://schemas.microsoft.com/office/drawing/2014/main" id="{E1C01303-40FA-4BD2-9646-FEC5416C93D3}"/>
              </a:ext>
            </a:extLst>
          </p:cNvPr>
          <p:cNvPicPr preferRelativeResize="0"/>
          <p:nvPr/>
        </p:nvPicPr>
        <p:blipFill rotWithShape="1">
          <a:blip r:embed="rId3">
            <a:alphaModFix/>
          </a:blip>
          <a:srcRect l="32690" t="50000" r="33036" b="6483"/>
          <a:stretch/>
        </p:blipFill>
        <p:spPr>
          <a:xfrm>
            <a:off x="5422602" y="2696641"/>
            <a:ext cx="1859226" cy="1278776"/>
          </a:xfrm>
          <a:prstGeom prst="rect">
            <a:avLst/>
          </a:prstGeom>
          <a:noFill/>
          <a:ln>
            <a:noFill/>
          </a:ln>
        </p:spPr>
      </p:pic>
      <p:sp>
        <p:nvSpPr>
          <p:cNvPr id="16" name="Google Shape;551;g5361c45bbd_0_51">
            <a:extLst>
              <a:ext uri="{FF2B5EF4-FFF2-40B4-BE49-F238E27FC236}">
                <a16:creationId xmlns:a16="http://schemas.microsoft.com/office/drawing/2014/main" id="{DD41A424-17C1-4376-B4C6-2FCCDD3B6DBC}"/>
              </a:ext>
            </a:extLst>
          </p:cNvPr>
          <p:cNvSpPr txBox="1"/>
          <p:nvPr/>
        </p:nvSpPr>
        <p:spPr>
          <a:xfrm>
            <a:off x="1223502" y="3968329"/>
            <a:ext cx="3106723" cy="38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1</a:t>
            </a:r>
            <a:r>
              <a:rPr lang="en-US" b="1" baseline="30000" dirty="0"/>
              <a:t>st</a:t>
            </a:r>
            <a:r>
              <a:rPr lang="en-US" b="1" dirty="0"/>
              <a:t> Account</a:t>
            </a:r>
          </a:p>
          <a:p>
            <a:pPr marL="0" lvl="0" indent="0" algn="ctr" rtl="0">
              <a:spcBef>
                <a:spcPts val="0"/>
              </a:spcBef>
              <a:spcAft>
                <a:spcPts val="0"/>
              </a:spcAft>
              <a:buNone/>
            </a:pPr>
            <a:r>
              <a:rPr lang="en-US" b="1" dirty="0"/>
              <a:t>(My 1</a:t>
            </a:r>
            <a:r>
              <a:rPr lang="en-US" b="1" baseline="30000" dirty="0"/>
              <a:t>st</a:t>
            </a:r>
            <a:r>
              <a:rPr lang="en-US" b="1" dirty="0"/>
              <a:t> Account = </a:t>
            </a:r>
            <a:r>
              <a:rPr lang="en-US" b="1" dirty="0" err="1"/>
              <a:t>TestingPertama</a:t>
            </a:r>
            <a:r>
              <a:rPr lang="en-US" b="1" dirty="0"/>
              <a:t>)</a:t>
            </a:r>
            <a:endParaRPr b="1" dirty="0"/>
          </a:p>
        </p:txBody>
      </p:sp>
      <p:sp>
        <p:nvSpPr>
          <p:cNvPr id="17" name="Google Shape;552;g5361c45bbd_0_51">
            <a:extLst>
              <a:ext uri="{FF2B5EF4-FFF2-40B4-BE49-F238E27FC236}">
                <a16:creationId xmlns:a16="http://schemas.microsoft.com/office/drawing/2014/main" id="{1A0AD9F5-5104-4F04-9F9D-2E149F19A85C}"/>
              </a:ext>
            </a:extLst>
          </p:cNvPr>
          <p:cNvSpPr txBox="1"/>
          <p:nvPr/>
        </p:nvSpPr>
        <p:spPr>
          <a:xfrm>
            <a:off x="4683298" y="3968329"/>
            <a:ext cx="3337834" cy="38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2</a:t>
            </a:r>
            <a:r>
              <a:rPr lang="en-US" b="1" baseline="30000" dirty="0"/>
              <a:t>nd</a:t>
            </a:r>
            <a:r>
              <a:rPr lang="en-US" b="1" dirty="0"/>
              <a:t> Account</a:t>
            </a:r>
          </a:p>
          <a:p>
            <a:pPr marL="0" lvl="0" indent="0" algn="ctr" rtl="0">
              <a:spcBef>
                <a:spcPts val="0"/>
              </a:spcBef>
              <a:spcAft>
                <a:spcPts val="0"/>
              </a:spcAft>
              <a:buNone/>
            </a:pPr>
            <a:r>
              <a:rPr lang="en-US" b="1" dirty="0"/>
              <a:t>(My 2</a:t>
            </a:r>
            <a:r>
              <a:rPr lang="en-US" b="1" baseline="30000" dirty="0"/>
              <a:t>nd</a:t>
            </a:r>
            <a:r>
              <a:rPr lang="en-US" b="1" dirty="0"/>
              <a:t> Account = </a:t>
            </a:r>
            <a:r>
              <a:rPr lang="en-US" b="1" dirty="0" err="1"/>
              <a:t>TestingKedua</a:t>
            </a:r>
            <a:r>
              <a:rPr lang="en-US" b="1" dirty="0"/>
              <a:t>)</a:t>
            </a:r>
            <a:endParaRPr b="1" dirty="0"/>
          </a:p>
        </p:txBody>
      </p:sp>
      <p:sp>
        <p:nvSpPr>
          <p:cNvPr id="18" name="Google Shape;553;g5361c45bbd_0_51">
            <a:extLst>
              <a:ext uri="{FF2B5EF4-FFF2-40B4-BE49-F238E27FC236}">
                <a16:creationId xmlns:a16="http://schemas.microsoft.com/office/drawing/2014/main" id="{648D1266-7E80-4D01-903C-FDF34FC74E3B}"/>
              </a:ext>
            </a:extLst>
          </p:cNvPr>
          <p:cNvSpPr txBox="1"/>
          <p:nvPr/>
        </p:nvSpPr>
        <p:spPr>
          <a:xfrm>
            <a:off x="1563752" y="1895728"/>
            <a:ext cx="1122275" cy="42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git push</a:t>
            </a:r>
            <a:endParaRPr b="1" dirty="0"/>
          </a:p>
        </p:txBody>
      </p:sp>
      <p:sp>
        <p:nvSpPr>
          <p:cNvPr id="19" name="Google Shape;554;g5361c45bbd_0_51">
            <a:extLst>
              <a:ext uri="{FF2B5EF4-FFF2-40B4-BE49-F238E27FC236}">
                <a16:creationId xmlns:a16="http://schemas.microsoft.com/office/drawing/2014/main" id="{8EAC0374-A1CE-40C1-822B-D4E56B23CA2E}"/>
              </a:ext>
            </a:extLst>
          </p:cNvPr>
          <p:cNvSpPr txBox="1"/>
          <p:nvPr/>
        </p:nvSpPr>
        <p:spPr>
          <a:xfrm>
            <a:off x="6437875" y="1838190"/>
            <a:ext cx="1330119" cy="42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git clone</a:t>
            </a:r>
            <a:endParaRPr b="1" dirty="0"/>
          </a:p>
        </p:txBody>
      </p:sp>
      <p:sp>
        <p:nvSpPr>
          <p:cNvPr id="11" name="TextBox 10">
            <a:extLst>
              <a:ext uri="{FF2B5EF4-FFF2-40B4-BE49-F238E27FC236}">
                <a16:creationId xmlns:a16="http://schemas.microsoft.com/office/drawing/2014/main" id="{D5392060-90C1-4134-9232-3DE235CF2358}"/>
              </a:ext>
            </a:extLst>
          </p:cNvPr>
          <p:cNvSpPr txBox="1"/>
          <p:nvPr/>
        </p:nvSpPr>
        <p:spPr>
          <a:xfrm>
            <a:off x="3490612" y="1332113"/>
            <a:ext cx="2321469" cy="307777"/>
          </a:xfrm>
          <a:prstGeom prst="rect">
            <a:avLst/>
          </a:prstGeom>
          <a:noFill/>
        </p:spPr>
        <p:txBody>
          <a:bodyPr wrap="none" rtlCol="0">
            <a:spAutoFit/>
          </a:bodyPr>
          <a:lstStyle/>
          <a:p>
            <a:r>
              <a:rPr lang="en-US" b="1" dirty="0"/>
              <a:t>Our Repository in </a:t>
            </a:r>
            <a:r>
              <a:rPr lang="en-US" b="1" dirty="0" err="1"/>
              <a:t>Github</a:t>
            </a:r>
            <a:endParaRPr lang="en-ID" b="1" dirty="0"/>
          </a:p>
        </p:txBody>
      </p:sp>
    </p:spTree>
    <p:extLst>
      <p:ext uri="{BB962C8B-B14F-4D97-AF65-F5344CB8AC3E}">
        <p14:creationId xmlns:p14="http://schemas.microsoft.com/office/powerpoint/2010/main" val="4101931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C30C6-50EC-4EC4-B2BD-2BCB9975D6F8}"/>
              </a:ext>
            </a:extLst>
          </p:cNvPr>
          <p:cNvSpPr>
            <a:spLocks noGrp="1"/>
          </p:cNvSpPr>
          <p:nvPr>
            <p:ph type="title"/>
          </p:nvPr>
        </p:nvSpPr>
        <p:spPr/>
        <p:txBody>
          <a:bodyPr/>
          <a:lstStyle/>
          <a:p>
            <a:r>
              <a:rPr lang="en-US" dirty="0"/>
              <a:t>git clone</a:t>
            </a:r>
            <a:endParaRPr lang="en-ID" dirty="0"/>
          </a:p>
        </p:txBody>
      </p:sp>
      <p:sp>
        <p:nvSpPr>
          <p:cNvPr id="4" name="TextBox 3">
            <a:extLst>
              <a:ext uri="{FF2B5EF4-FFF2-40B4-BE49-F238E27FC236}">
                <a16:creationId xmlns:a16="http://schemas.microsoft.com/office/drawing/2014/main" id="{A76ECFA9-C79C-4315-B6FC-C5FA94321F31}"/>
              </a:ext>
            </a:extLst>
          </p:cNvPr>
          <p:cNvSpPr txBox="1"/>
          <p:nvPr/>
        </p:nvSpPr>
        <p:spPr>
          <a:xfrm>
            <a:off x="628650" y="1002998"/>
            <a:ext cx="7886700" cy="1677382"/>
          </a:xfrm>
          <a:prstGeom prst="rect">
            <a:avLst/>
          </a:prstGeom>
          <a:noFill/>
        </p:spPr>
        <p:txBody>
          <a:bodyPr wrap="square" numCol="1">
            <a:spAutoFit/>
          </a:bodyPr>
          <a:lstStyle/>
          <a:p>
            <a:pPr algn="l"/>
            <a:endParaRPr lang="en-ID" sz="900" b="0" i="0" u="none" strike="noStrike" baseline="0" dirty="0">
              <a:solidFill>
                <a:srgbClr val="000000"/>
              </a:solidFill>
              <a:latin typeface="Arial" panose="020B0604020202020204" pitchFamily="34" charset="0"/>
              <a:cs typeface="Arial" panose="020B0604020202020204" pitchFamily="34" charset="0"/>
            </a:endParaRPr>
          </a:p>
          <a:p>
            <a:endParaRPr lang="en-ID" sz="900" b="0" i="0" u="none" strike="noStrike" baseline="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Clone the repository located at &lt;repo&gt;</a:t>
            </a:r>
            <a:r>
              <a:rPr lang="en-ID" sz="1600" b="0" i="0" u="none" strike="noStrike" baseline="0" dirty="0">
                <a:latin typeface="Arial" panose="020B0604020202020204" pitchFamily="34" charset="0"/>
                <a:cs typeface="Arial" panose="020B0604020202020204" pitchFamily="34" charset="0"/>
              </a:rPr>
              <a:t>: </a:t>
            </a:r>
          </a:p>
          <a:p>
            <a:endParaRPr lang="en-ID" sz="1600" b="0" i="0" u="none" strike="noStrike" baseline="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D" b="1" dirty="0">
                <a:latin typeface="Arial" panose="020B0604020202020204" pitchFamily="34" charset="0"/>
                <a:cs typeface="Arial" panose="020B0604020202020204" pitchFamily="34" charset="0"/>
              </a:rPr>
              <a:t>git clone &lt;repo&gt;</a:t>
            </a:r>
          </a:p>
          <a:p>
            <a:pPr marL="285750" indent="-285750">
              <a:buFont typeface="Arial" panose="020B0604020202020204" pitchFamily="34" charset="0"/>
              <a:buChar char="•"/>
            </a:pPr>
            <a:endParaRPr lang="en-ID" sz="1400" b="1" i="0" u="none" strike="noStrike" baseline="0" dirty="0">
              <a:latin typeface="Arial" panose="020B0604020202020204" pitchFamily="34" charset="0"/>
              <a:cs typeface="Arial" panose="020B0604020202020204" pitchFamily="34" charset="0"/>
            </a:endParaRPr>
          </a:p>
          <a:p>
            <a:r>
              <a:rPr lang="en-ID" b="1" dirty="0">
                <a:solidFill>
                  <a:srgbClr val="FF0000"/>
                </a:solidFill>
                <a:latin typeface="Arial" panose="020B0604020202020204" pitchFamily="34" charset="0"/>
                <a:cs typeface="Arial" panose="020B0604020202020204" pitchFamily="34" charset="0"/>
              </a:rPr>
              <a:t>// example =&gt; git clone https://TestingKedua@github.com/TestingPertama/test-project.git</a:t>
            </a:r>
            <a:endParaRPr lang="en-ID" sz="1400" b="0" i="0" u="none" strike="noStrike" baseline="0" dirty="0">
              <a:solidFill>
                <a:srgbClr val="FF0000"/>
              </a:solidFill>
              <a:latin typeface="Arial" panose="020B0604020202020204" pitchFamily="34" charset="0"/>
              <a:cs typeface="Arial" panose="020B0604020202020204" pitchFamily="34" charset="0"/>
            </a:endParaRPr>
          </a:p>
          <a:p>
            <a:pPr marL="180975"/>
            <a:endParaRPr lang="en-ID" sz="1100" b="1" dirty="0">
              <a:latin typeface="Arial" panose="020B0604020202020204" pitchFamily="34" charset="0"/>
              <a:cs typeface="Arial" panose="020B0604020202020204" pitchFamily="34" charset="0"/>
            </a:endParaRPr>
          </a:p>
        </p:txBody>
      </p:sp>
      <p:cxnSp>
        <p:nvCxnSpPr>
          <p:cNvPr id="5" name="Straight Arrow Connector 4">
            <a:extLst>
              <a:ext uri="{FF2B5EF4-FFF2-40B4-BE49-F238E27FC236}">
                <a16:creationId xmlns:a16="http://schemas.microsoft.com/office/drawing/2014/main" id="{20476D99-6414-4F68-B6FA-642FF0A37732}"/>
              </a:ext>
            </a:extLst>
          </p:cNvPr>
          <p:cNvCxnSpPr/>
          <p:nvPr/>
        </p:nvCxnSpPr>
        <p:spPr>
          <a:xfrm flipV="1">
            <a:off x="3396343" y="2571750"/>
            <a:ext cx="231113" cy="472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93907B7-1640-4425-9257-19123403F1D1}"/>
              </a:ext>
            </a:extLst>
          </p:cNvPr>
          <p:cNvSpPr txBox="1"/>
          <p:nvPr/>
        </p:nvSpPr>
        <p:spPr>
          <a:xfrm>
            <a:off x="2291026" y="3044651"/>
            <a:ext cx="1939332" cy="738664"/>
          </a:xfrm>
          <a:prstGeom prst="rect">
            <a:avLst/>
          </a:prstGeom>
          <a:noFill/>
        </p:spPr>
        <p:txBody>
          <a:bodyPr wrap="square" rtlCol="0">
            <a:spAutoFit/>
          </a:bodyPr>
          <a:lstStyle/>
          <a:p>
            <a:r>
              <a:rPr lang="en-US" dirty="0"/>
              <a:t>Username of </a:t>
            </a:r>
            <a:r>
              <a:rPr lang="en-US" dirty="0" err="1"/>
              <a:t>Github</a:t>
            </a:r>
            <a:r>
              <a:rPr lang="en-US" dirty="0"/>
              <a:t> Account that wants to clone the repository</a:t>
            </a:r>
            <a:endParaRPr lang="en-ID" dirty="0"/>
          </a:p>
        </p:txBody>
      </p:sp>
      <p:cxnSp>
        <p:nvCxnSpPr>
          <p:cNvPr id="10" name="Straight Arrow Connector 9">
            <a:extLst>
              <a:ext uri="{FF2B5EF4-FFF2-40B4-BE49-F238E27FC236}">
                <a16:creationId xmlns:a16="http://schemas.microsoft.com/office/drawing/2014/main" id="{CFFCC313-8B56-4E65-953D-C2B7950F02D5}"/>
              </a:ext>
            </a:extLst>
          </p:cNvPr>
          <p:cNvCxnSpPr/>
          <p:nvPr/>
        </p:nvCxnSpPr>
        <p:spPr>
          <a:xfrm flipV="1">
            <a:off x="5955846" y="2571749"/>
            <a:ext cx="231113" cy="472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10FEDFF-C8D0-4B25-A87B-E53E304AC5F8}"/>
              </a:ext>
            </a:extLst>
          </p:cNvPr>
          <p:cNvSpPr txBox="1"/>
          <p:nvPr/>
        </p:nvSpPr>
        <p:spPr>
          <a:xfrm>
            <a:off x="5101736" y="3044651"/>
            <a:ext cx="1939332" cy="738664"/>
          </a:xfrm>
          <a:prstGeom prst="rect">
            <a:avLst/>
          </a:prstGeom>
          <a:noFill/>
        </p:spPr>
        <p:txBody>
          <a:bodyPr wrap="square" rtlCol="0">
            <a:spAutoFit/>
          </a:bodyPr>
          <a:lstStyle/>
          <a:p>
            <a:r>
              <a:rPr lang="en-US" dirty="0"/>
              <a:t>Username of </a:t>
            </a:r>
            <a:r>
              <a:rPr lang="en-US" dirty="0" err="1"/>
              <a:t>Github</a:t>
            </a:r>
            <a:r>
              <a:rPr lang="en-US" dirty="0"/>
              <a:t> Account that owns the repository</a:t>
            </a:r>
            <a:endParaRPr lang="en-ID" dirty="0"/>
          </a:p>
        </p:txBody>
      </p:sp>
    </p:spTree>
    <p:extLst>
      <p:ext uri="{BB962C8B-B14F-4D97-AF65-F5344CB8AC3E}">
        <p14:creationId xmlns:p14="http://schemas.microsoft.com/office/powerpoint/2010/main" val="3351357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
          <p:cNvSpPr txBox="1">
            <a:spLocks noGrp="1"/>
          </p:cNvSpPr>
          <p:nvPr>
            <p:ph type="ctrTitle"/>
          </p:nvPr>
        </p:nvSpPr>
        <p:spPr>
          <a:xfrm>
            <a:off x="685800" y="841773"/>
            <a:ext cx="7772400" cy="2322900"/>
          </a:xfrm>
          <a:prstGeom prst="rect">
            <a:avLst/>
          </a:prstGeom>
          <a:noFill/>
          <a:ln>
            <a:noFill/>
          </a:ln>
        </p:spPr>
        <p:txBody>
          <a:bodyPr spcFirstLastPara="1" wrap="square" lIns="69775" tIns="34875" rIns="69775" bIns="34875" anchor="b" anchorCtr="0">
            <a:noAutofit/>
          </a:bodyPr>
          <a:lstStyle/>
          <a:p>
            <a:pPr marL="0" lvl="0" indent="0" algn="l" rtl="0">
              <a:lnSpc>
                <a:spcPct val="90000"/>
              </a:lnSpc>
              <a:spcBef>
                <a:spcPts val="0"/>
              </a:spcBef>
              <a:spcAft>
                <a:spcPts val="0"/>
              </a:spcAft>
              <a:buSzPts val="5000"/>
              <a:buNone/>
            </a:pPr>
            <a:r>
              <a:rPr lang="en-US" sz="4800" dirty="0" err="1"/>
              <a:t>Github</a:t>
            </a:r>
            <a:endParaRPr sz="4800" dirty="0"/>
          </a:p>
        </p:txBody>
      </p:sp>
      <p:sp>
        <p:nvSpPr>
          <p:cNvPr id="103" name="Google Shape;103;p1"/>
          <p:cNvSpPr txBox="1">
            <a:spLocks noGrp="1"/>
          </p:cNvSpPr>
          <p:nvPr>
            <p:ph type="subTitle" idx="1"/>
          </p:nvPr>
        </p:nvSpPr>
        <p:spPr>
          <a:xfrm>
            <a:off x="685800" y="3267075"/>
            <a:ext cx="7772400" cy="676200"/>
          </a:xfrm>
          <a:prstGeom prst="rect">
            <a:avLst/>
          </a:prstGeom>
          <a:noFill/>
          <a:ln>
            <a:noFill/>
          </a:ln>
        </p:spPr>
        <p:txBody>
          <a:bodyPr spcFirstLastPara="1" wrap="square" lIns="69775" tIns="34875" rIns="69775" bIns="34875" anchor="t" anchorCtr="0">
            <a:noAutofit/>
          </a:bodyPr>
          <a:lstStyle/>
          <a:p>
            <a:pPr marL="0" lvl="0" indent="0" algn="l" rtl="0">
              <a:lnSpc>
                <a:spcPct val="90000"/>
              </a:lnSpc>
              <a:spcBef>
                <a:spcPts val="800"/>
              </a:spcBef>
              <a:spcAft>
                <a:spcPts val="0"/>
              </a:spcAft>
              <a:buSzPts val="1800"/>
              <a:buNone/>
            </a:pPr>
            <a:r>
              <a:rPr lang="en-US" dirty="0"/>
              <a:t>Pull, Merge &amp; Conflict</a:t>
            </a:r>
          </a:p>
        </p:txBody>
      </p:sp>
      <p:sp>
        <p:nvSpPr>
          <p:cNvPr id="104" name="Google Shape;104;p1"/>
          <p:cNvSpPr/>
          <p:nvPr/>
        </p:nvSpPr>
        <p:spPr>
          <a:xfrm>
            <a:off x="774235" y="507258"/>
            <a:ext cx="2983481" cy="334515"/>
          </a:xfrm>
          <a:prstGeom prst="rect">
            <a:avLst/>
          </a:prstGeom>
          <a:solidFill>
            <a:srgbClr val="037A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 name="Google Shape;105;p1"/>
          <p:cNvSpPr txBox="1"/>
          <p:nvPr/>
        </p:nvSpPr>
        <p:spPr>
          <a:xfrm>
            <a:off x="774235" y="507258"/>
            <a:ext cx="2983481"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chemeClr val="lt1"/>
                </a:solidFill>
                <a:latin typeface="Arial Black"/>
                <a:ea typeface="Arial Black"/>
                <a:cs typeface="Arial Black"/>
                <a:sym typeface="Arial Black"/>
              </a:rPr>
              <a:t>SESSION</a:t>
            </a:r>
            <a:r>
              <a:rPr lang="en-US" sz="1400" b="0" i="0" u="none" strike="noStrike" cap="none" dirty="0">
                <a:solidFill>
                  <a:schemeClr val="lt1"/>
                </a:solidFill>
                <a:latin typeface="Arial Black"/>
                <a:ea typeface="Arial Black"/>
                <a:cs typeface="Arial Black"/>
                <a:sym typeface="Arial Black"/>
              </a:rPr>
              <a:t> 9</a:t>
            </a:r>
            <a:endParaRPr sz="1400" b="0" i="0" u="none" strike="noStrike" cap="none" dirty="0">
              <a:solidFill>
                <a:schemeClr val="lt1"/>
              </a:solidFill>
              <a:latin typeface="Arial Black"/>
              <a:ea typeface="Arial Black"/>
              <a:cs typeface="Arial Black"/>
              <a:sym typeface="Arial Black"/>
            </a:endParaRPr>
          </a:p>
        </p:txBody>
      </p:sp>
    </p:spTree>
    <p:extLst>
      <p:ext uri="{BB962C8B-B14F-4D97-AF65-F5344CB8AC3E}">
        <p14:creationId xmlns:p14="http://schemas.microsoft.com/office/powerpoint/2010/main" val="1788361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oogle Shape;567;g5361c45bbd_0_98">
            <a:extLst>
              <a:ext uri="{FF2B5EF4-FFF2-40B4-BE49-F238E27FC236}">
                <a16:creationId xmlns:a16="http://schemas.microsoft.com/office/drawing/2014/main" id="{CB731195-7E5B-45DC-B97D-4A471CEED80B}"/>
              </a:ext>
            </a:extLst>
          </p:cNvPr>
          <p:cNvPicPr preferRelativeResize="0"/>
          <p:nvPr/>
        </p:nvPicPr>
        <p:blipFill rotWithShape="1">
          <a:blip r:embed="rId3">
            <a:alphaModFix/>
          </a:blip>
          <a:srcRect t="50000" r="66966" b="6483"/>
          <a:stretch/>
        </p:blipFill>
        <p:spPr>
          <a:xfrm>
            <a:off x="1871410" y="2836517"/>
            <a:ext cx="1792027" cy="1278776"/>
          </a:xfrm>
          <a:prstGeom prst="rect">
            <a:avLst/>
          </a:prstGeom>
          <a:noFill/>
          <a:ln>
            <a:noFill/>
          </a:ln>
        </p:spPr>
      </p:pic>
      <p:pic>
        <p:nvPicPr>
          <p:cNvPr id="10" name="Google Shape;568;g5361c45bbd_0_98">
            <a:extLst>
              <a:ext uri="{FF2B5EF4-FFF2-40B4-BE49-F238E27FC236}">
                <a16:creationId xmlns:a16="http://schemas.microsoft.com/office/drawing/2014/main" id="{2B3EF084-4C8E-4073-A731-9487424B1A0D}"/>
              </a:ext>
            </a:extLst>
          </p:cNvPr>
          <p:cNvPicPr preferRelativeResize="0"/>
          <p:nvPr/>
        </p:nvPicPr>
        <p:blipFill rotWithShape="1">
          <a:blip r:embed="rId3">
            <a:alphaModFix/>
          </a:blip>
          <a:srcRect l="28045" r="27367" b="71946"/>
          <a:stretch/>
        </p:blipFill>
        <p:spPr>
          <a:xfrm>
            <a:off x="2696075" y="57200"/>
            <a:ext cx="3751848" cy="1278776"/>
          </a:xfrm>
          <a:prstGeom prst="rect">
            <a:avLst/>
          </a:prstGeom>
          <a:noFill/>
          <a:ln>
            <a:noFill/>
          </a:ln>
        </p:spPr>
      </p:pic>
      <p:pic>
        <p:nvPicPr>
          <p:cNvPr id="11" name="Google Shape;569;g5361c45bbd_0_98">
            <a:extLst>
              <a:ext uri="{FF2B5EF4-FFF2-40B4-BE49-F238E27FC236}">
                <a16:creationId xmlns:a16="http://schemas.microsoft.com/office/drawing/2014/main" id="{AFBF788E-0D6B-4ECC-B87D-EE8FCDFA9F80}"/>
              </a:ext>
            </a:extLst>
          </p:cNvPr>
          <p:cNvPicPr preferRelativeResize="0"/>
          <p:nvPr/>
        </p:nvPicPr>
        <p:blipFill rotWithShape="1">
          <a:blip r:embed="rId3">
            <a:alphaModFix/>
          </a:blip>
          <a:srcRect l="32690" t="50000" r="33036" b="6483"/>
          <a:stretch/>
        </p:blipFill>
        <p:spPr>
          <a:xfrm>
            <a:off x="5518310" y="2836517"/>
            <a:ext cx="1859226" cy="1278776"/>
          </a:xfrm>
          <a:prstGeom prst="rect">
            <a:avLst/>
          </a:prstGeom>
          <a:noFill/>
          <a:ln>
            <a:noFill/>
          </a:ln>
        </p:spPr>
      </p:pic>
      <p:sp>
        <p:nvSpPr>
          <p:cNvPr id="14" name="Google Shape;572;g5361c45bbd_0_98">
            <a:extLst>
              <a:ext uri="{FF2B5EF4-FFF2-40B4-BE49-F238E27FC236}">
                <a16:creationId xmlns:a16="http://schemas.microsoft.com/office/drawing/2014/main" id="{C889402C-6CA6-4230-A392-7746DC456B32}"/>
              </a:ext>
            </a:extLst>
          </p:cNvPr>
          <p:cNvSpPr txBox="1"/>
          <p:nvPr/>
        </p:nvSpPr>
        <p:spPr>
          <a:xfrm>
            <a:off x="1229653" y="1928625"/>
            <a:ext cx="1143297" cy="42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git push</a:t>
            </a:r>
            <a:endParaRPr b="1" dirty="0"/>
          </a:p>
        </p:txBody>
      </p:sp>
      <p:sp>
        <p:nvSpPr>
          <p:cNvPr id="15" name="Google Shape;573;g5361c45bbd_0_98">
            <a:extLst>
              <a:ext uri="{FF2B5EF4-FFF2-40B4-BE49-F238E27FC236}">
                <a16:creationId xmlns:a16="http://schemas.microsoft.com/office/drawing/2014/main" id="{8E5BD64E-03EF-4773-A81A-495FFFFA1686}"/>
              </a:ext>
            </a:extLst>
          </p:cNvPr>
          <p:cNvSpPr txBox="1"/>
          <p:nvPr/>
        </p:nvSpPr>
        <p:spPr>
          <a:xfrm>
            <a:off x="6816539" y="1928625"/>
            <a:ext cx="1048200" cy="42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git pull</a:t>
            </a:r>
            <a:endParaRPr b="1" dirty="0"/>
          </a:p>
        </p:txBody>
      </p:sp>
      <p:cxnSp>
        <p:nvCxnSpPr>
          <p:cNvPr id="16" name="Google Shape;574;g5361c45bbd_0_98">
            <a:extLst>
              <a:ext uri="{FF2B5EF4-FFF2-40B4-BE49-F238E27FC236}">
                <a16:creationId xmlns:a16="http://schemas.microsoft.com/office/drawing/2014/main" id="{B6F067E7-D984-4494-BE08-A2E27D74233D}"/>
              </a:ext>
            </a:extLst>
          </p:cNvPr>
          <p:cNvCxnSpPr/>
          <p:nvPr/>
        </p:nvCxnSpPr>
        <p:spPr>
          <a:xfrm>
            <a:off x="2907875" y="1730325"/>
            <a:ext cx="0" cy="824400"/>
          </a:xfrm>
          <a:prstGeom prst="straightConnector1">
            <a:avLst/>
          </a:prstGeom>
          <a:noFill/>
          <a:ln w="19050" cap="flat" cmpd="sng">
            <a:solidFill>
              <a:srgbClr val="44546A"/>
            </a:solidFill>
            <a:prstDash val="solid"/>
            <a:round/>
            <a:headEnd type="none" w="sm" len="sm"/>
            <a:tailEnd type="triangle" w="med" len="med"/>
          </a:ln>
        </p:spPr>
      </p:cxnSp>
      <p:cxnSp>
        <p:nvCxnSpPr>
          <p:cNvPr id="17" name="Google Shape;575;g5361c45bbd_0_98">
            <a:extLst>
              <a:ext uri="{FF2B5EF4-FFF2-40B4-BE49-F238E27FC236}">
                <a16:creationId xmlns:a16="http://schemas.microsoft.com/office/drawing/2014/main" id="{BDAF08C5-5511-4B0A-8E05-B3A39D209AA5}"/>
              </a:ext>
            </a:extLst>
          </p:cNvPr>
          <p:cNvCxnSpPr/>
          <p:nvPr/>
        </p:nvCxnSpPr>
        <p:spPr>
          <a:xfrm rot="10800000" flipH="1">
            <a:off x="2672826" y="1754925"/>
            <a:ext cx="6900" cy="775200"/>
          </a:xfrm>
          <a:prstGeom prst="straightConnector1">
            <a:avLst/>
          </a:prstGeom>
          <a:noFill/>
          <a:ln w="19050" cap="flat" cmpd="sng">
            <a:solidFill>
              <a:srgbClr val="44546A"/>
            </a:solidFill>
            <a:prstDash val="solid"/>
            <a:round/>
            <a:headEnd type="none" w="sm" len="sm"/>
            <a:tailEnd type="triangle" w="med" len="med"/>
          </a:ln>
        </p:spPr>
      </p:cxnSp>
      <p:cxnSp>
        <p:nvCxnSpPr>
          <p:cNvPr id="18" name="Google Shape;576;g5361c45bbd_0_98">
            <a:extLst>
              <a:ext uri="{FF2B5EF4-FFF2-40B4-BE49-F238E27FC236}">
                <a16:creationId xmlns:a16="http://schemas.microsoft.com/office/drawing/2014/main" id="{2629D74D-E2CE-4B23-ADF7-5EBD0C53F59E}"/>
              </a:ext>
            </a:extLst>
          </p:cNvPr>
          <p:cNvCxnSpPr/>
          <p:nvPr/>
        </p:nvCxnSpPr>
        <p:spPr>
          <a:xfrm>
            <a:off x="6588388" y="1730325"/>
            <a:ext cx="0" cy="824400"/>
          </a:xfrm>
          <a:prstGeom prst="straightConnector1">
            <a:avLst/>
          </a:prstGeom>
          <a:noFill/>
          <a:ln w="19050" cap="flat" cmpd="sng">
            <a:solidFill>
              <a:srgbClr val="44546A"/>
            </a:solidFill>
            <a:prstDash val="solid"/>
            <a:round/>
            <a:headEnd type="none" w="sm" len="sm"/>
            <a:tailEnd type="triangle" w="med" len="med"/>
          </a:ln>
        </p:spPr>
      </p:cxnSp>
      <p:cxnSp>
        <p:nvCxnSpPr>
          <p:cNvPr id="19" name="Google Shape;577;g5361c45bbd_0_98">
            <a:extLst>
              <a:ext uri="{FF2B5EF4-FFF2-40B4-BE49-F238E27FC236}">
                <a16:creationId xmlns:a16="http://schemas.microsoft.com/office/drawing/2014/main" id="{79E8C165-C957-4B55-A7E3-DAB858079FD6}"/>
              </a:ext>
            </a:extLst>
          </p:cNvPr>
          <p:cNvCxnSpPr/>
          <p:nvPr/>
        </p:nvCxnSpPr>
        <p:spPr>
          <a:xfrm rot="10800000" flipH="1">
            <a:off x="6353338" y="1754925"/>
            <a:ext cx="6900" cy="775200"/>
          </a:xfrm>
          <a:prstGeom prst="straightConnector1">
            <a:avLst/>
          </a:prstGeom>
          <a:noFill/>
          <a:ln w="19050" cap="flat" cmpd="sng">
            <a:solidFill>
              <a:srgbClr val="44546A"/>
            </a:solidFill>
            <a:prstDash val="solid"/>
            <a:round/>
            <a:headEnd type="none" w="sm" len="sm"/>
            <a:tailEnd type="triangle" w="med" len="med"/>
          </a:ln>
        </p:spPr>
      </p:cxnSp>
      <p:sp>
        <p:nvSpPr>
          <p:cNvPr id="20" name="Google Shape;578;g5361c45bbd_0_98">
            <a:extLst>
              <a:ext uri="{FF2B5EF4-FFF2-40B4-BE49-F238E27FC236}">
                <a16:creationId xmlns:a16="http://schemas.microsoft.com/office/drawing/2014/main" id="{28B3C963-0D48-40E1-9ACF-5BB237F0D7C7}"/>
              </a:ext>
            </a:extLst>
          </p:cNvPr>
          <p:cNvSpPr txBox="1"/>
          <p:nvPr/>
        </p:nvSpPr>
        <p:spPr>
          <a:xfrm>
            <a:off x="2979600" y="1928625"/>
            <a:ext cx="1048200" cy="42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git pull</a:t>
            </a:r>
            <a:endParaRPr b="1" dirty="0"/>
          </a:p>
        </p:txBody>
      </p:sp>
      <p:sp>
        <p:nvSpPr>
          <p:cNvPr id="21" name="Google Shape;579;g5361c45bbd_0_98">
            <a:extLst>
              <a:ext uri="{FF2B5EF4-FFF2-40B4-BE49-F238E27FC236}">
                <a16:creationId xmlns:a16="http://schemas.microsoft.com/office/drawing/2014/main" id="{EF03ADB0-6CE8-4FFF-B867-181017D5A4A5}"/>
              </a:ext>
            </a:extLst>
          </p:cNvPr>
          <p:cNvSpPr txBox="1"/>
          <p:nvPr/>
        </p:nvSpPr>
        <p:spPr>
          <a:xfrm>
            <a:off x="4911956" y="1928625"/>
            <a:ext cx="1175276" cy="42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git push</a:t>
            </a:r>
            <a:endParaRPr b="1" dirty="0"/>
          </a:p>
        </p:txBody>
      </p:sp>
      <p:sp>
        <p:nvSpPr>
          <p:cNvPr id="22" name="Google Shape;551;g5361c45bbd_0_51">
            <a:extLst>
              <a:ext uri="{FF2B5EF4-FFF2-40B4-BE49-F238E27FC236}">
                <a16:creationId xmlns:a16="http://schemas.microsoft.com/office/drawing/2014/main" id="{4F6B0C70-2288-4185-9CDD-57E97BCC04F2}"/>
              </a:ext>
            </a:extLst>
          </p:cNvPr>
          <p:cNvSpPr txBox="1"/>
          <p:nvPr/>
        </p:nvSpPr>
        <p:spPr>
          <a:xfrm>
            <a:off x="1119773" y="4030666"/>
            <a:ext cx="3106723" cy="38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1</a:t>
            </a:r>
            <a:r>
              <a:rPr lang="en-US" b="1" baseline="30000" dirty="0"/>
              <a:t>st</a:t>
            </a:r>
            <a:r>
              <a:rPr lang="en-US" b="1" dirty="0"/>
              <a:t> Account</a:t>
            </a:r>
          </a:p>
          <a:p>
            <a:pPr marL="0" lvl="0" indent="0" algn="ctr" rtl="0">
              <a:spcBef>
                <a:spcPts val="0"/>
              </a:spcBef>
              <a:spcAft>
                <a:spcPts val="0"/>
              </a:spcAft>
              <a:buNone/>
            </a:pPr>
            <a:r>
              <a:rPr lang="en-US" b="1" dirty="0"/>
              <a:t>(My 1</a:t>
            </a:r>
            <a:r>
              <a:rPr lang="en-US" b="1" baseline="30000" dirty="0"/>
              <a:t>st</a:t>
            </a:r>
            <a:r>
              <a:rPr lang="en-US" b="1" dirty="0"/>
              <a:t> Account = </a:t>
            </a:r>
            <a:r>
              <a:rPr lang="en-US" b="1" dirty="0" err="1"/>
              <a:t>TestingPertama</a:t>
            </a:r>
            <a:r>
              <a:rPr lang="en-US" b="1" dirty="0"/>
              <a:t>)</a:t>
            </a:r>
            <a:endParaRPr b="1" dirty="0"/>
          </a:p>
        </p:txBody>
      </p:sp>
      <p:sp>
        <p:nvSpPr>
          <p:cNvPr id="23" name="Google Shape;552;g5361c45bbd_0_51">
            <a:extLst>
              <a:ext uri="{FF2B5EF4-FFF2-40B4-BE49-F238E27FC236}">
                <a16:creationId xmlns:a16="http://schemas.microsoft.com/office/drawing/2014/main" id="{4B4F6F84-3620-44C6-BF49-5CEF8DCB21CE}"/>
              </a:ext>
            </a:extLst>
          </p:cNvPr>
          <p:cNvSpPr txBox="1"/>
          <p:nvPr/>
        </p:nvSpPr>
        <p:spPr>
          <a:xfrm>
            <a:off x="4779006" y="4030666"/>
            <a:ext cx="3337834" cy="38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2</a:t>
            </a:r>
            <a:r>
              <a:rPr lang="en-US" b="1" baseline="30000" dirty="0"/>
              <a:t>nd</a:t>
            </a:r>
            <a:r>
              <a:rPr lang="en-US" b="1" dirty="0"/>
              <a:t> Account</a:t>
            </a:r>
          </a:p>
          <a:p>
            <a:pPr marL="0" lvl="0" indent="0" algn="ctr" rtl="0">
              <a:spcBef>
                <a:spcPts val="0"/>
              </a:spcBef>
              <a:spcAft>
                <a:spcPts val="0"/>
              </a:spcAft>
              <a:buNone/>
            </a:pPr>
            <a:r>
              <a:rPr lang="en-US" b="1" dirty="0"/>
              <a:t>(My 2</a:t>
            </a:r>
            <a:r>
              <a:rPr lang="en-US" b="1" baseline="30000" dirty="0"/>
              <a:t>nd</a:t>
            </a:r>
            <a:r>
              <a:rPr lang="en-US" b="1" dirty="0"/>
              <a:t> Account = </a:t>
            </a:r>
            <a:r>
              <a:rPr lang="en-US" b="1" dirty="0" err="1"/>
              <a:t>TestingKedua</a:t>
            </a:r>
            <a:r>
              <a:rPr lang="en-US" b="1" dirty="0"/>
              <a:t>)</a:t>
            </a:r>
            <a:endParaRPr b="1" dirty="0"/>
          </a:p>
        </p:txBody>
      </p:sp>
    </p:spTree>
    <p:extLst>
      <p:ext uri="{BB962C8B-B14F-4D97-AF65-F5344CB8AC3E}">
        <p14:creationId xmlns:p14="http://schemas.microsoft.com/office/powerpoint/2010/main" val="3881256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oogle Shape;593;g5361c45bbd_0_78">
            <a:extLst>
              <a:ext uri="{FF2B5EF4-FFF2-40B4-BE49-F238E27FC236}">
                <a16:creationId xmlns:a16="http://schemas.microsoft.com/office/drawing/2014/main" id="{1F671305-1EE3-4E39-A811-EC4FA7DDA622}"/>
              </a:ext>
            </a:extLst>
          </p:cNvPr>
          <p:cNvPicPr preferRelativeResize="0"/>
          <p:nvPr/>
        </p:nvPicPr>
        <p:blipFill rotWithShape="1">
          <a:blip r:embed="rId3">
            <a:alphaModFix/>
          </a:blip>
          <a:srcRect l="28045" r="27367" b="71946"/>
          <a:stretch/>
        </p:blipFill>
        <p:spPr>
          <a:xfrm>
            <a:off x="3434800" y="79450"/>
            <a:ext cx="2274391" cy="775199"/>
          </a:xfrm>
          <a:prstGeom prst="rect">
            <a:avLst/>
          </a:prstGeom>
          <a:noFill/>
          <a:ln>
            <a:noFill/>
          </a:ln>
        </p:spPr>
      </p:pic>
      <p:sp>
        <p:nvSpPr>
          <p:cNvPr id="18" name="Google Shape;602;g5361c45bbd_0_78">
            <a:extLst>
              <a:ext uri="{FF2B5EF4-FFF2-40B4-BE49-F238E27FC236}">
                <a16:creationId xmlns:a16="http://schemas.microsoft.com/office/drawing/2014/main" id="{E35F81CC-2BE8-4CCC-A5CF-27DFC8DB5CB4}"/>
              </a:ext>
            </a:extLst>
          </p:cNvPr>
          <p:cNvSpPr txBox="1"/>
          <p:nvPr/>
        </p:nvSpPr>
        <p:spPr>
          <a:xfrm>
            <a:off x="3434850" y="831200"/>
            <a:ext cx="2274300" cy="38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a:t>Merge then Conflict</a:t>
            </a:r>
            <a:endParaRPr b="1"/>
          </a:p>
        </p:txBody>
      </p:sp>
      <p:sp>
        <p:nvSpPr>
          <p:cNvPr id="22" name="TextBox 21">
            <a:extLst>
              <a:ext uri="{FF2B5EF4-FFF2-40B4-BE49-F238E27FC236}">
                <a16:creationId xmlns:a16="http://schemas.microsoft.com/office/drawing/2014/main" id="{8B3F07F2-754B-4CAF-B588-A94251A903E5}"/>
              </a:ext>
            </a:extLst>
          </p:cNvPr>
          <p:cNvSpPr txBox="1"/>
          <p:nvPr/>
        </p:nvSpPr>
        <p:spPr>
          <a:xfrm>
            <a:off x="1075124" y="1711040"/>
            <a:ext cx="7104234" cy="2462213"/>
          </a:xfrm>
          <a:prstGeom prst="rect">
            <a:avLst/>
          </a:prstGeom>
          <a:noFill/>
        </p:spPr>
        <p:txBody>
          <a:bodyPr wrap="square">
            <a:spAutoFit/>
          </a:bodyPr>
          <a:lstStyle/>
          <a:p>
            <a:r>
              <a:rPr lang="en-ID" sz="1400" b="1" i="0" u="none" strike="noStrike" dirty="0">
                <a:solidFill>
                  <a:srgbClr val="000000"/>
                </a:solidFill>
                <a:effectLst/>
                <a:latin typeface="Arial" panose="020B0604020202020204" pitchFamily="34" charset="0"/>
              </a:rPr>
              <a:t>3 reasons that cause Conflict :</a:t>
            </a:r>
          </a:p>
          <a:p>
            <a:endParaRPr lang="en-ID" sz="1400" b="1" i="0" u="none" strike="noStrike" dirty="0">
              <a:solidFill>
                <a:srgbClr val="000000"/>
              </a:solidFill>
              <a:effectLst/>
              <a:latin typeface="Arial" panose="020B0604020202020204" pitchFamily="34" charset="0"/>
            </a:endParaRPr>
          </a:p>
          <a:p>
            <a:pPr marL="342900" indent="-342900">
              <a:buFont typeface="+mj-lt"/>
              <a:buAutoNum type="arabicPeriod"/>
            </a:pPr>
            <a:r>
              <a:rPr lang="en-US" sz="1400" b="0" i="0" u="none" strike="noStrike" dirty="0">
                <a:solidFill>
                  <a:srgbClr val="000000"/>
                </a:solidFill>
                <a:effectLst/>
                <a:latin typeface="Arial" panose="020B0604020202020204" pitchFamily="34" charset="0"/>
              </a:rPr>
              <a:t>2 people create a file with the same name, but the contents of the file are different</a:t>
            </a:r>
          </a:p>
          <a:p>
            <a:pPr marL="342900" indent="-342900">
              <a:buFont typeface="+mj-lt"/>
              <a:buAutoNum type="arabicPeriod"/>
            </a:pPr>
            <a:endParaRPr lang="en-ID" dirty="0">
              <a:latin typeface="Arial" panose="020B0604020202020204" pitchFamily="34" charset="0"/>
            </a:endParaRPr>
          </a:p>
          <a:p>
            <a:pPr marL="342900" indent="-342900">
              <a:buFont typeface="+mj-lt"/>
              <a:buAutoNum type="arabicPeriod"/>
            </a:pPr>
            <a:r>
              <a:rPr lang="en-US" sz="1400" b="0" i="0" u="none" strike="noStrike" dirty="0">
                <a:solidFill>
                  <a:srgbClr val="000000"/>
                </a:solidFill>
                <a:effectLst/>
                <a:latin typeface="Arial" panose="020B0604020202020204" pitchFamily="34" charset="0"/>
              </a:rPr>
              <a:t>2 people change the contents of the same file</a:t>
            </a:r>
          </a:p>
          <a:p>
            <a:pPr marL="342900" indent="-342900">
              <a:buFont typeface="+mj-lt"/>
              <a:buAutoNum type="arabicPeriod"/>
            </a:pPr>
            <a:endParaRPr lang="en-ID" dirty="0">
              <a:latin typeface="Arial" panose="020B0604020202020204" pitchFamily="34" charset="0"/>
            </a:endParaRPr>
          </a:p>
          <a:p>
            <a:pPr marL="342900" indent="-342900">
              <a:buFont typeface="+mj-lt"/>
              <a:buAutoNum type="arabicPeriod"/>
            </a:pPr>
            <a:r>
              <a:rPr lang="en-ID" sz="1400" b="0" i="0" u="none" strike="noStrike" dirty="0">
                <a:solidFill>
                  <a:srgbClr val="000000"/>
                </a:solidFill>
                <a:effectLst/>
                <a:latin typeface="Arial" panose="020B0604020202020204" pitchFamily="34" charset="0"/>
              </a:rPr>
              <a:t>Someone </a:t>
            </a:r>
            <a:r>
              <a:rPr lang="en-US" sz="1400" b="0" i="0" u="none" strike="noStrike" dirty="0">
                <a:solidFill>
                  <a:srgbClr val="000000"/>
                </a:solidFill>
                <a:effectLst/>
                <a:latin typeface="Arial" panose="020B0604020202020204" pitchFamily="34" charset="0"/>
              </a:rPr>
              <a:t>change a file contents that has been deleted by other person/teammate or vice versa</a:t>
            </a:r>
          </a:p>
          <a:p>
            <a:endParaRPr lang="en-US" dirty="0">
              <a:latin typeface="Arial" panose="020B0604020202020204" pitchFamily="34" charset="0"/>
            </a:endParaRPr>
          </a:p>
          <a:p>
            <a:r>
              <a:rPr lang="en-US" dirty="0"/>
              <a:t>In essence, a conflict occurs when there is a same file in our local repository and </a:t>
            </a:r>
            <a:r>
              <a:rPr lang="en-US" dirty="0" err="1"/>
              <a:t>Github</a:t>
            </a:r>
            <a:r>
              <a:rPr lang="en-US" dirty="0"/>
              <a:t> repository with different changes when we do the merging process.</a:t>
            </a:r>
            <a:endParaRPr lang="en-ID" dirty="0"/>
          </a:p>
        </p:txBody>
      </p:sp>
    </p:spTree>
    <p:extLst>
      <p:ext uri="{BB962C8B-B14F-4D97-AF65-F5344CB8AC3E}">
        <p14:creationId xmlns:p14="http://schemas.microsoft.com/office/powerpoint/2010/main" val="819955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
          <p:cNvSpPr txBox="1">
            <a:spLocks noGrp="1"/>
          </p:cNvSpPr>
          <p:nvPr>
            <p:ph type="ctrTitle"/>
          </p:nvPr>
        </p:nvSpPr>
        <p:spPr>
          <a:xfrm>
            <a:off x="685800" y="841773"/>
            <a:ext cx="7772400" cy="2322900"/>
          </a:xfrm>
          <a:prstGeom prst="rect">
            <a:avLst/>
          </a:prstGeom>
          <a:noFill/>
          <a:ln>
            <a:noFill/>
          </a:ln>
        </p:spPr>
        <p:txBody>
          <a:bodyPr spcFirstLastPara="1" wrap="square" lIns="69775" tIns="34875" rIns="69775" bIns="34875" anchor="b" anchorCtr="0">
            <a:noAutofit/>
          </a:bodyPr>
          <a:lstStyle/>
          <a:p>
            <a:pPr marL="0" lvl="0" indent="0" algn="l" rtl="0">
              <a:lnSpc>
                <a:spcPct val="90000"/>
              </a:lnSpc>
              <a:spcBef>
                <a:spcPts val="0"/>
              </a:spcBef>
              <a:spcAft>
                <a:spcPts val="0"/>
              </a:spcAft>
              <a:buSzPts val="5000"/>
              <a:buNone/>
            </a:pPr>
            <a:r>
              <a:rPr lang="en-US" sz="4800" dirty="0" err="1"/>
              <a:t>Github</a:t>
            </a:r>
            <a:endParaRPr sz="4800" dirty="0"/>
          </a:p>
        </p:txBody>
      </p:sp>
      <p:sp>
        <p:nvSpPr>
          <p:cNvPr id="103" name="Google Shape;103;p1"/>
          <p:cNvSpPr txBox="1">
            <a:spLocks noGrp="1"/>
          </p:cNvSpPr>
          <p:nvPr>
            <p:ph type="subTitle" idx="1"/>
          </p:nvPr>
        </p:nvSpPr>
        <p:spPr>
          <a:xfrm>
            <a:off x="685800" y="3267075"/>
            <a:ext cx="7772400" cy="676200"/>
          </a:xfrm>
          <a:prstGeom prst="rect">
            <a:avLst/>
          </a:prstGeom>
          <a:noFill/>
          <a:ln>
            <a:noFill/>
          </a:ln>
        </p:spPr>
        <p:txBody>
          <a:bodyPr spcFirstLastPara="1" wrap="square" lIns="69775" tIns="34875" rIns="69775" bIns="34875" anchor="t" anchorCtr="0">
            <a:noAutofit/>
          </a:bodyPr>
          <a:lstStyle/>
          <a:p>
            <a:pPr marL="0" lvl="0" indent="0" algn="l" rtl="0">
              <a:lnSpc>
                <a:spcPct val="90000"/>
              </a:lnSpc>
              <a:spcBef>
                <a:spcPts val="800"/>
              </a:spcBef>
              <a:spcAft>
                <a:spcPts val="0"/>
              </a:spcAft>
              <a:buSzPts val="1800"/>
              <a:buNone/>
            </a:pPr>
            <a:r>
              <a:rPr lang="en-US" dirty="0"/>
              <a:t>Markdown</a:t>
            </a:r>
          </a:p>
        </p:txBody>
      </p:sp>
      <p:sp>
        <p:nvSpPr>
          <p:cNvPr id="104" name="Google Shape;104;p1"/>
          <p:cNvSpPr/>
          <p:nvPr/>
        </p:nvSpPr>
        <p:spPr>
          <a:xfrm>
            <a:off x="774235" y="507258"/>
            <a:ext cx="2983481" cy="334515"/>
          </a:xfrm>
          <a:prstGeom prst="rect">
            <a:avLst/>
          </a:prstGeom>
          <a:solidFill>
            <a:srgbClr val="037A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 name="Google Shape;105;p1"/>
          <p:cNvSpPr txBox="1"/>
          <p:nvPr/>
        </p:nvSpPr>
        <p:spPr>
          <a:xfrm>
            <a:off x="774235" y="507258"/>
            <a:ext cx="2983481"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chemeClr val="lt1"/>
                </a:solidFill>
                <a:latin typeface="Arial Black"/>
                <a:ea typeface="Arial Black"/>
                <a:cs typeface="Arial Black"/>
                <a:sym typeface="Arial Black"/>
              </a:rPr>
              <a:t>SESSION</a:t>
            </a:r>
            <a:r>
              <a:rPr lang="en-US" sz="1400" b="0" i="0" u="none" strike="noStrike" cap="none" dirty="0">
                <a:solidFill>
                  <a:schemeClr val="lt1"/>
                </a:solidFill>
                <a:latin typeface="Arial Black"/>
                <a:ea typeface="Arial Black"/>
                <a:cs typeface="Arial Black"/>
                <a:sym typeface="Arial Black"/>
              </a:rPr>
              <a:t> 9</a:t>
            </a:r>
            <a:endParaRPr sz="1400" b="0" i="0" u="none" strike="noStrike" cap="none" dirty="0">
              <a:solidFill>
                <a:schemeClr val="lt1"/>
              </a:solidFill>
              <a:latin typeface="Arial Black"/>
              <a:ea typeface="Arial Black"/>
              <a:cs typeface="Arial Black"/>
              <a:sym typeface="Arial Black"/>
            </a:endParaRPr>
          </a:p>
        </p:txBody>
      </p:sp>
    </p:spTree>
    <p:extLst>
      <p:ext uri="{BB962C8B-B14F-4D97-AF65-F5344CB8AC3E}">
        <p14:creationId xmlns:p14="http://schemas.microsoft.com/office/powerpoint/2010/main" val="2429707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616;gb23bfc37bf_0_8">
            <a:extLst>
              <a:ext uri="{FF2B5EF4-FFF2-40B4-BE49-F238E27FC236}">
                <a16:creationId xmlns:a16="http://schemas.microsoft.com/office/drawing/2014/main" id="{5AEFB997-5DD2-4159-B5DD-4F58FB0C6716}"/>
              </a:ext>
            </a:extLst>
          </p:cNvPr>
          <p:cNvPicPr preferRelativeResize="0"/>
          <p:nvPr/>
        </p:nvPicPr>
        <p:blipFill>
          <a:blip r:embed="rId3">
            <a:alphaModFix/>
          </a:blip>
          <a:stretch>
            <a:fillRect/>
          </a:stretch>
        </p:blipFill>
        <p:spPr>
          <a:xfrm>
            <a:off x="3879384" y="244950"/>
            <a:ext cx="1385226" cy="851925"/>
          </a:xfrm>
          <a:prstGeom prst="rect">
            <a:avLst/>
          </a:prstGeom>
          <a:noFill/>
          <a:ln>
            <a:noFill/>
          </a:ln>
        </p:spPr>
      </p:pic>
      <p:sp>
        <p:nvSpPr>
          <p:cNvPr id="5" name="Google Shape;617;gb23bfc37bf_0_8">
            <a:extLst>
              <a:ext uri="{FF2B5EF4-FFF2-40B4-BE49-F238E27FC236}">
                <a16:creationId xmlns:a16="http://schemas.microsoft.com/office/drawing/2014/main" id="{7CB5279D-E5B6-45CD-A974-FB6AA8177BFD}"/>
              </a:ext>
            </a:extLst>
          </p:cNvPr>
          <p:cNvSpPr txBox="1"/>
          <p:nvPr/>
        </p:nvSpPr>
        <p:spPr>
          <a:xfrm>
            <a:off x="447275" y="1187250"/>
            <a:ext cx="1932900" cy="13845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US" sz="2300"/>
              <a:t>Header 1</a:t>
            </a:r>
            <a:endParaRPr sz="2300"/>
          </a:p>
          <a:p>
            <a:pPr marL="0" lvl="0" indent="0" algn="ctr" rtl="0">
              <a:lnSpc>
                <a:spcPct val="150000"/>
              </a:lnSpc>
              <a:spcBef>
                <a:spcPts val="0"/>
              </a:spcBef>
              <a:spcAft>
                <a:spcPts val="0"/>
              </a:spcAft>
              <a:buNone/>
            </a:pPr>
            <a:r>
              <a:rPr lang="en-US" sz="2000"/>
              <a:t>Header 2</a:t>
            </a:r>
            <a:endParaRPr sz="2000"/>
          </a:p>
          <a:p>
            <a:pPr marL="0" lvl="0" indent="0" algn="ctr" rtl="0">
              <a:lnSpc>
                <a:spcPct val="150000"/>
              </a:lnSpc>
              <a:spcBef>
                <a:spcPts val="0"/>
              </a:spcBef>
              <a:spcAft>
                <a:spcPts val="0"/>
              </a:spcAft>
              <a:buNone/>
            </a:pPr>
            <a:r>
              <a:rPr lang="en-US" sz="1700"/>
              <a:t>Header 3</a:t>
            </a:r>
            <a:endParaRPr sz="1700"/>
          </a:p>
        </p:txBody>
      </p:sp>
      <p:sp>
        <p:nvSpPr>
          <p:cNvPr id="6" name="Google Shape;618;gb23bfc37bf_0_8">
            <a:extLst>
              <a:ext uri="{FF2B5EF4-FFF2-40B4-BE49-F238E27FC236}">
                <a16:creationId xmlns:a16="http://schemas.microsoft.com/office/drawing/2014/main" id="{0C966B01-ECFD-4FC4-A8F6-9759A1011741}"/>
              </a:ext>
            </a:extLst>
          </p:cNvPr>
          <p:cNvSpPr txBox="1"/>
          <p:nvPr/>
        </p:nvSpPr>
        <p:spPr>
          <a:xfrm>
            <a:off x="3390000" y="1687750"/>
            <a:ext cx="2364000" cy="5079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US" sz="2300" b="1"/>
              <a:t>Bold text</a:t>
            </a:r>
            <a:endParaRPr sz="1700" b="1"/>
          </a:p>
        </p:txBody>
      </p:sp>
      <p:sp>
        <p:nvSpPr>
          <p:cNvPr id="7" name="Google Shape;619;gb23bfc37bf_0_8">
            <a:extLst>
              <a:ext uri="{FF2B5EF4-FFF2-40B4-BE49-F238E27FC236}">
                <a16:creationId xmlns:a16="http://schemas.microsoft.com/office/drawing/2014/main" id="{7288E182-DDA7-4C58-B70E-6E4068EC8023}"/>
              </a:ext>
            </a:extLst>
          </p:cNvPr>
          <p:cNvSpPr txBox="1"/>
          <p:nvPr/>
        </p:nvSpPr>
        <p:spPr>
          <a:xfrm>
            <a:off x="6592950" y="1625550"/>
            <a:ext cx="2364000" cy="5079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US" sz="2300" u="sng">
                <a:solidFill>
                  <a:srgbClr val="4A86E8"/>
                </a:solidFill>
              </a:rPr>
              <a:t>link text</a:t>
            </a:r>
            <a:endParaRPr sz="1700" u="sng">
              <a:solidFill>
                <a:srgbClr val="4A86E8"/>
              </a:solidFill>
            </a:endParaRPr>
          </a:p>
        </p:txBody>
      </p:sp>
      <p:pic>
        <p:nvPicPr>
          <p:cNvPr id="8" name="Google Shape;620;gb23bfc37bf_0_8">
            <a:extLst>
              <a:ext uri="{FF2B5EF4-FFF2-40B4-BE49-F238E27FC236}">
                <a16:creationId xmlns:a16="http://schemas.microsoft.com/office/drawing/2014/main" id="{99A162E8-3838-42EA-8550-098CED4E5E69}"/>
              </a:ext>
            </a:extLst>
          </p:cNvPr>
          <p:cNvPicPr preferRelativeResize="0"/>
          <p:nvPr/>
        </p:nvPicPr>
        <p:blipFill>
          <a:blip r:embed="rId4">
            <a:alphaModFix/>
          </a:blip>
          <a:stretch>
            <a:fillRect/>
          </a:stretch>
        </p:blipFill>
        <p:spPr>
          <a:xfrm>
            <a:off x="447275" y="3074150"/>
            <a:ext cx="3675827" cy="1565550"/>
          </a:xfrm>
          <a:prstGeom prst="rect">
            <a:avLst/>
          </a:prstGeom>
          <a:noFill/>
          <a:ln>
            <a:noFill/>
          </a:ln>
        </p:spPr>
      </p:pic>
      <p:pic>
        <p:nvPicPr>
          <p:cNvPr id="9" name="Google Shape;621;gb23bfc37bf_0_8">
            <a:extLst>
              <a:ext uri="{FF2B5EF4-FFF2-40B4-BE49-F238E27FC236}">
                <a16:creationId xmlns:a16="http://schemas.microsoft.com/office/drawing/2014/main" id="{723984F8-BD00-40A6-9EFB-6CCF5DEDA78E}"/>
              </a:ext>
            </a:extLst>
          </p:cNvPr>
          <p:cNvPicPr preferRelativeResize="0"/>
          <p:nvPr/>
        </p:nvPicPr>
        <p:blipFill>
          <a:blip r:embed="rId5">
            <a:alphaModFix/>
          </a:blip>
          <a:stretch>
            <a:fillRect/>
          </a:stretch>
        </p:blipFill>
        <p:spPr>
          <a:xfrm>
            <a:off x="5319100" y="2722750"/>
            <a:ext cx="2555940" cy="1916950"/>
          </a:xfrm>
          <a:prstGeom prst="rect">
            <a:avLst/>
          </a:prstGeom>
          <a:noFill/>
          <a:ln>
            <a:noFill/>
          </a:ln>
        </p:spPr>
      </p:pic>
    </p:spTree>
    <p:extLst>
      <p:ext uri="{BB962C8B-B14F-4D97-AF65-F5344CB8AC3E}">
        <p14:creationId xmlns:p14="http://schemas.microsoft.com/office/powerpoint/2010/main" val="3635961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641;gb23bfc37bf_0_40">
            <a:extLst>
              <a:ext uri="{FF2B5EF4-FFF2-40B4-BE49-F238E27FC236}">
                <a16:creationId xmlns:a16="http://schemas.microsoft.com/office/drawing/2014/main" id="{CC2C6E25-9166-453D-BD27-BA22D06A9F79}"/>
              </a:ext>
            </a:extLst>
          </p:cNvPr>
          <p:cNvPicPr preferRelativeResize="0"/>
          <p:nvPr/>
        </p:nvPicPr>
        <p:blipFill>
          <a:blip r:embed="rId3">
            <a:alphaModFix/>
          </a:blip>
          <a:stretch>
            <a:fillRect/>
          </a:stretch>
        </p:blipFill>
        <p:spPr>
          <a:xfrm>
            <a:off x="232675" y="239950"/>
            <a:ext cx="1843250" cy="1843250"/>
          </a:xfrm>
          <a:prstGeom prst="rect">
            <a:avLst/>
          </a:prstGeom>
          <a:noFill/>
          <a:ln>
            <a:noFill/>
          </a:ln>
        </p:spPr>
      </p:pic>
      <p:pic>
        <p:nvPicPr>
          <p:cNvPr id="5" name="Google Shape;642;gb23bfc37bf_0_40">
            <a:extLst>
              <a:ext uri="{FF2B5EF4-FFF2-40B4-BE49-F238E27FC236}">
                <a16:creationId xmlns:a16="http://schemas.microsoft.com/office/drawing/2014/main" id="{26DE3A12-F501-4D05-8311-93BD5B0F4D8D}"/>
              </a:ext>
            </a:extLst>
          </p:cNvPr>
          <p:cNvPicPr preferRelativeResize="0"/>
          <p:nvPr/>
        </p:nvPicPr>
        <p:blipFill>
          <a:blip r:embed="rId4">
            <a:alphaModFix/>
          </a:blip>
          <a:stretch>
            <a:fillRect/>
          </a:stretch>
        </p:blipFill>
        <p:spPr>
          <a:xfrm>
            <a:off x="3153113" y="425053"/>
            <a:ext cx="1964049" cy="1473050"/>
          </a:xfrm>
          <a:prstGeom prst="rect">
            <a:avLst/>
          </a:prstGeom>
          <a:noFill/>
          <a:ln>
            <a:noFill/>
          </a:ln>
        </p:spPr>
      </p:pic>
      <p:pic>
        <p:nvPicPr>
          <p:cNvPr id="6" name="Google Shape;643;gb23bfc37bf_0_40">
            <a:extLst>
              <a:ext uri="{FF2B5EF4-FFF2-40B4-BE49-F238E27FC236}">
                <a16:creationId xmlns:a16="http://schemas.microsoft.com/office/drawing/2014/main" id="{B48E84BF-9C3F-448A-A88F-1CFF95D117CC}"/>
              </a:ext>
            </a:extLst>
          </p:cNvPr>
          <p:cNvPicPr preferRelativeResize="0"/>
          <p:nvPr/>
        </p:nvPicPr>
        <p:blipFill>
          <a:blip r:embed="rId5">
            <a:alphaModFix/>
          </a:blip>
          <a:stretch>
            <a:fillRect/>
          </a:stretch>
        </p:blipFill>
        <p:spPr>
          <a:xfrm>
            <a:off x="6320750" y="369825"/>
            <a:ext cx="2049842" cy="1583500"/>
          </a:xfrm>
          <a:prstGeom prst="rect">
            <a:avLst/>
          </a:prstGeom>
          <a:noFill/>
          <a:ln>
            <a:noFill/>
          </a:ln>
        </p:spPr>
      </p:pic>
      <p:pic>
        <p:nvPicPr>
          <p:cNvPr id="7" name="Google Shape;644;gb23bfc37bf_0_40">
            <a:extLst>
              <a:ext uri="{FF2B5EF4-FFF2-40B4-BE49-F238E27FC236}">
                <a16:creationId xmlns:a16="http://schemas.microsoft.com/office/drawing/2014/main" id="{9281E044-BA3C-45A5-A2EC-2D4A016C43E5}"/>
              </a:ext>
            </a:extLst>
          </p:cNvPr>
          <p:cNvPicPr preferRelativeResize="0"/>
          <p:nvPr/>
        </p:nvPicPr>
        <p:blipFill>
          <a:blip r:embed="rId6">
            <a:alphaModFix/>
          </a:blip>
          <a:stretch>
            <a:fillRect/>
          </a:stretch>
        </p:blipFill>
        <p:spPr>
          <a:xfrm>
            <a:off x="4838701" y="2804927"/>
            <a:ext cx="2111346" cy="1583500"/>
          </a:xfrm>
          <a:prstGeom prst="rect">
            <a:avLst/>
          </a:prstGeom>
          <a:noFill/>
          <a:ln>
            <a:noFill/>
          </a:ln>
        </p:spPr>
      </p:pic>
      <p:pic>
        <p:nvPicPr>
          <p:cNvPr id="8" name="Google Shape;645;gb23bfc37bf_0_40">
            <a:extLst>
              <a:ext uri="{FF2B5EF4-FFF2-40B4-BE49-F238E27FC236}">
                <a16:creationId xmlns:a16="http://schemas.microsoft.com/office/drawing/2014/main" id="{97E7A9BB-81DC-47F0-81F7-FAEDBE2E9E02}"/>
              </a:ext>
            </a:extLst>
          </p:cNvPr>
          <p:cNvPicPr preferRelativeResize="0"/>
          <p:nvPr/>
        </p:nvPicPr>
        <p:blipFill>
          <a:blip r:embed="rId7">
            <a:alphaModFix/>
          </a:blip>
          <a:stretch>
            <a:fillRect/>
          </a:stretch>
        </p:blipFill>
        <p:spPr>
          <a:xfrm>
            <a:off x="1332051" y="2571750"/>
            <a:ext cx="2049850" cy="2049850"/>
          </a:xfrm>
          <a:prstGeom prst="rect">
            <a:avLst/>
          </a:prstGeom>
          <a:noFill/>
          <a:ln>
            <a:noFill/>
          </a:ln>
        </p:spPr>
      </p:pic>
    </p:spTree>
    <p:extLst>
      <p:ext uri="{BB962C8B-B14F-4D97-AF65-F5344CB8AC3E}">
        <p14:creationId xmlns:p14="http://schemas.microsoft.com/office/powerpoint/2010/main" val="678448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pic>
        <p:nvPicPr>
          <p:cNvPr id="725" name="Google Shape;725;gb23bfc37bf_0_44"/>
          <p:cNvPicPr preferRelativeResize="0"/>
          <p:nvPr/>
        </p:nvPicPr>
        <p:blipFill rotWithShape="1">
          <a:blip r:embed="rId3">
            <a:alphaModFix/>
          </a:blip>
          <a:srcRect l="22188" r="22227"/>
          <a:stretch/>
        </p:blipFill>
        <p:spPr>
          <a:xfrm>
            <a:off x="1375400" y="1605814"/>
            <a:ext cx="1807181" cy="1828802"/>
          </a:xfrm>
          <a:prstGeom prst="rect">
            <a:avLst/>
          </a:prstGeom>
          <a:noFill/>
          <a:ln>
            <a:noFill/>
          </a:ln>
        </p:spPr>
      </p:pic>
      <p:pic>
        <p:nvPicPr>
          <p:cNvPr id="726" name="Google Shape;726;gb23bfc37bf_0_44"/>
          <p:cNvPicPr preferRelativeResize="0"/>
          <p:nvPr/>
        </p:nvPicPr>
        <p:blipFill>
          <a:blip r:embed="rId4">
            <a:alphaModFix/>
          </a:blip>
          <a:stretch>
            <a:fillRect/>
          </a:stretch>
        </p:blipFill>
        <p:spPr>
          <a:xfrm>
            <a:off x="613400" y="3846075"/>
            <a:ext cx="990600" cy="990600"/>
          </a:xfrm>
          <a:prstGeom prst="rect">
            <a:avLst/>
          </a:prstGeom>
          <a:noFill/>
          <a:ln>
            <a:noFill/>
          </a:ln>
        </p:spPr>
      </p:pic>
      <p:pic>
        <p:nvPicPr>
          <p:cNvPr id="727" name="Google Shape;727;gb23bfc37bf_0_44"/>
          <p:cNvPicPr preferRelativeResize="0"/>
          <p:nvPr/>
        </p:nvPicPr>
        <p:blipFill rotWithShape="1">
          <a:blip r:embed="rId5">
            <a:alphaModFix/>
          </a:blip>
          <a:srcRect/>
          <a:stretch/>
        </p:blipFill>
        <p:spPr>
          <a:xfrm>
            <a:off x="2720100" y="3794525"/>
            <a:ext cx="1093700" cy="1093700"/>
          </a:xfrm>
          <a:prstGeom prst="rect">
            <a:avLst/>
          </a:prstGeom>
          <a:noFill/>
          <a:ln>
            <a:noFill/>
          </a:ln>
        </p:spPr>
      </p:pic>
      <p:pic>
        <p:nvPicPr>
          <p:cNvPr id="728" name="Google Shape;728;gb23bfc37bf_0_44"/>
          <p:cNvPicPr preferRelativeResize="0"/>
          <p:nvPr/>
        </p:nvPicPr>
        <p:blipFill rotWithShape="1">
          <a:blip r:embed="rId6">
            <a:alphaModFix/>
          </a:blip>
          <a:srcRect l="9936" t="19608" r="9671" b="17644"/>
          <a:stretch/>
        </p:blipFill>
        <p:spPr>
          <a:xfrm>
            <a:off x="6003000" y="1764013"/>
            <a:ext cx="2343150" cy="1828801"/>
          </a:xfrm>
          <a:prstGeom prst="rect">
            <a:avLst/>
          </a:prstGeom>
          <a:noFill/>
          <a:ln>
            <a:noFill/>
          </a:ln>
        </p:spPr>
      </p:pic>
      <p:pic>
        <p:nvPicPr>
          <p:cNvPr id="729" name="Google Shape;729;gb23bfc37bf_0_44"/>
          <p:cNvPicPr preferRelativeResize="0"/>
          <p:nvPr/>
        </p:nvPicPr>
        <p:blipFill>
          <a:blip r:embed="rId4">
            <a:alphaModFix/>
          </a:blip>
          <a:stretch>
            <a:fillRect/>
          </a:stretch>
        </p:blipFill>
        <p:spPr>
          <a:xfrm>
            <a:off x="5652125" y="3846075"/>
            <a:ext cx="990600" cy="990600"/>
          </a:xfrm>
          <a:prstGeom prst="rect">
            <a:avLst/>
          </a:prstGeom>
          <a:noFill/>
          <a:ln>
            <a:noFill/>
          </a:ln>
        </p:spPr>
      </p:pic>
      <p:pic>
        <p:nvPicPr>
          <p:cNvPr id="730" name="Google Shape;730;gb23bfc37bf_0_44"/>
          <p:cNvPicPr preferRelativeResize="0"/>
          <p:nvPr/>
        </p:nvPicPr>
        <p:blipFill rotWithShape="1">
          <a:blip r:embed="rId5">
            <a:alphaModFix/>
          </a:blip>
          <a:srcRect/>
          <a:stretch/>
        </p:blipFill>
        <p:spPr>
          <a:xfrm>
            <a:off x="7758825" y="3794525"/>
            <a:ext cx="1093700" cy="1093700"/>
          </a:xfrm>
          <a:prstGeom prst="rect">
            <a:avLst/>
          </a:prstGeom>
          <a:noFill/>
          <a:ln>
            <a:noFill/>
          </a:ln>
        </p:spPr>
      </p:pic>
      <p:cxnSp>
        <p:nvCxnSpPr>
          <p:cNvPr id="731" name="Google Shape;731;gb23bfc37bf_0_44"/>
          <p:cNvCxnSpPr/>
          <p:nvPr/>
        </p:nvCxnSpPr>
        <p:spPr>
          <a:xfrm>
            <a:off x="4713913" y="87625"/>
            <a:ext cx="38100" cy="5181600"/>
          </a:xfrm>
          <a:prstGeom prst="straightConnector1">
            <a:avLst/>
          </a:prstGeom>
          <a:noFill/>
          <a:ln w="28575" cap="flat" cmpd="sng">
            <a:solidFill>
              <a:schemeClr val="dk2"/>
            </a:solidFill>
            <a:prstDash val="solid"/>
            <a:round/>
            <a:headEnd type="none" w="med" len="med"/>
            <a:tailEnd type="none" w="med" len="med"/>
          </a:ln>
        </p:spPr>
      </p:cxnSp>
      <p:pic>
        <p:nvPicPr>
          <p:cNvPr id="732" name="Google Shape;732;gb23bfc37bf_0_44"/>
          <p:cNvPicPr preferRelativeResize="0"/>
          <p:nvPr/>
        </p:nvPicPr>
        <p:blipFill rotWithShape="1">
          <a:blip r:embed="rId7">
            <a:alphaModFix/>
          </a:blip>
          <a:srcRect l="50840"/>
          <a:stretch/>
        </p:blipFill>
        <p:spPr>
          <a:xfrm>
            <a:off x="1858823" y="0"/>
            <a:ext cx="1093700" cy="1245900"/>
          </a:xfrm>
          <a:prstGeom prst="rect">
            <a:avLst/>
          </a:prstGeom>
          <a:noFill/>
          <a:ln>
            <a:noFill/>
          </a:ln>
        </p:spPr>
      </p:pic>
      <p:pic>
        <p:nvPicPr>
          <p:cNvPr id="733" name="Google Shape;733;gb23bfc37bf_0_44"/>
          <p:cNvPicPr preferRelativeResize="0"/>
          <p:nvPr/>
        </p:nvPicPr>
        <p:blipFill rotWithShape="1">
          <a:blip r:embed="rId7">
            <a:alphaModFix/>
          </a:blip>
          <a:srcRect r="50840"/>
          <a:stretch/>
        </p:blipFill>
        <p:spPr>
          <a:xfrm>
            <a:off x="6627725" y="0"/>
            <a:ext cx="1093700" cy="1245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663;gb23bfc37bf_0_47">
            <a:extLst>
              <a:ext uri="{FF2B5EF4-FFF2-40B4-BE49-F238E27FC236}">
                <a16:creationId xmlns:a16="http://schemas.microsoft.com/office/drawing/2014/main" id="{D8874D70-E4D6-4C5B-987B-65392BFAF041}"/>
              </a:ext>
            </a:extLst>
          </p:cNvPr>
          <p:cNvPicPr preferRelativeResize="0"/>
          <p:nvPr/>
        </p:nvPicPr>
        <p:blipFill>
          <a:blip r:embed="rId2">
            <a:alphaModFix/>
          </a:blip>
          <a:stretch>
            <a:fillRect/>
          </a:stretch>
        </p:blipFill>
        <p:spPr>
          <a:xfrm>
            <a:off x="265300" y="1392525"/>
            <a:ext cx="3420624" cy="1600750"/>
          </a:xfrm>
          <a:prstGeom prst="rect">
            <a:avLst/>
          </a:prstGeom>
          <a:noFill/>
          <a:ln>
            <a:noFill/>
          </a:ln>
        </p:spPr>
      </p:pic>
      <p:pic>
        <p:nvPicPr>
          <p:cNvPr id="5" name="Google Shape;664;gb23bfc37bf_0_47">
            <a:extLst>
              <a:ext uri="{FF2B5EF4-FFF2-40B4-BE49-F238E27FC236}">
                <a16:creationId xmlns:a16="http://schemas.microsoft.com/office/drawing/2014/main" id="{3C060736-88C1-4078-B45F-38C2549134B3}"/>
              </a:ext>
            </a:extLst>
          </p:cNvPr>
          <p:cNvPicPr preferRelativeResize="0"/>
          <p:nvPr/>
        </p:nvPicPr>
        <p:blipFill rotWithShape="1">
          <a:blip r:embed="rId3">
            <a:alphaModFix/>
          </a:blip>
          <a:srcRect t="16391" b="19579"/>
          <a:stretch/>
        </p:blipFill>
        <p:spPr>
          <a:xfrm>
            <a:off x="4425325" y="1392525"/>
            <a:ext cx="4444390" cy="1600751"/>
          </a:xfrm>
          <a:prstGeom prst="rect">
            <a:avLst/>
          </a:prstGeom>
          <a:noFill/>
          <a:ln>
            <a:noFill/>
          </a:ln>
        </p:spPr>
      </p:pic>
      <p:sp>
        <p:nvSpPr>
          <p:cNvPr id="6" name="Google Shape;665;gb23bfc37bf_0_47">
            <a:extLst>
              <a:ext uri="{FF2B5EF4-FFF2-40B4-BE49-F238E27FC236}">
                <a16:creationId xmlns:a16="http://schemas.microsoft.com/office/drawing/2014/main" id="{D8E22C0E-519C-4328-8E09-ABC6CC577F9C}"/>
              </a:ext>
            </a:extLst>
          </p:cNvPr>
          <p:cNvSpPr txBox="1"/>
          <p:nvPr/>
        </p:nvSpPr>
        <p:spPr>
          <a:xfrm>
            <a:off x="793600" y="704125"/>
            <a:ext cx="2364000" cy="5079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US" sz="2300" b="1"/>
              <a:t>Any Devices</a:t>
            </a:r>
            <a:endParaRPr sz="1700" b="1"/>
          </a:p>
        </p:txBody>
      </p:sp>
      <p:sp>
        <p:nvSpPr>
          <p:cNvPr id="7" name="Google Shape;666;gb23bfc37bf_0_47">
            <a:extLst>
              <a:ext uri="{FF2B5EF4-FFF2-40B4-BE49-F238E27FC236}">
                <a16:creationId xmlns:a16="http://schemas.microsoft.com/office/drawing/2014/main" id="{4653B6FD-1183-44B7-8027-DC2E3FD149CB}"/>
              </a:ext>
            </a:extLst>
          </p:cNvPr>
          <p:cNvSpPr txBox="1"/>
          <p:nvPr/>
        </p:nvSpPr>
        <p:spPr>
          <a:xfrm>
            <a:off x="4425325" y="704125"/>
            <a:ext cx="4444500" cy="5079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US" sz="2300" b="1"/>
              <a:t>Any Operating Systems</a:t>
            </a:r>
            <a:endParaRPr sz="1700" b="1"/>
          </a:p>
        </p:txBody>
      </p:sp>
    </p:spTree>
    <p:extLst>
      <p:ext uri="{BB962C8B-B14F-4D97-AF65-F5344CB8AC3E}">
        <p14:creationId xmlns:p14="http://schemas.microsoft.com/office/powerpoint/2010/main" val="1583255269"/>
      </p:ext>
    </p:extLst>
  </p:cSld>
  <p:clrMapOvr>
    <a:masterClrMapping/>
  </p:clrMapOvr>
</p:sld>
</file>

<file path=ppt/theme/theme1.xml><?xml version="1.0" encoding="utf-8"?>
<a:theme xmlns:a="http://schemas.openxmlformats.org/drawingml/2006/main" name="purwadhika">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19186</TotalTime>
  <Words>1871</Words>
  <Application>Microsoft Office PowerPoint</Application>
  <PresentationFormat>On-screen Show (16:9)</PresentationFormat>
  <Paragraphs>217</Paragraphs>
  <Slides>22</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Montserrat Medium</vt:lpstr>
      <vt:lpstr>Calibri</vt:lpstr>
      <vt:lpstr>Roboto</vt:lpstr>
      <vt:lpstr>Montserrat</vt:lpstr>
      <vt:lpstr>Arial</vt:lpstr>
      <vt:lpstr>Arial Black</vt:lpstr>
      <vt:lpstr>purwadhika</vt:lpstr>
      <vt:lpstr>Github</vt:lpstr>
      <vt:lpstr>PowerPoint Presentation</vt:lpstr>
      <vt:lpstr>Introduction to Github</vt:lpstr>
      <vt:lpstr>Introduction to Github</vt:lpstr>
      <vt:lpstr>Introduction to Github</vt:lpstr>
      <vt:lpstr>PowerPoint Presentation</vt:lpstr>
      <vt:lpstr>Github</vt:lpstr>
      <vt:lpstr>New Git Commands</vt:lpstr>
      <vt:lpstr>git remote</vt:lpstr>
      <vt:lpstr>git remote</vt:lpstr>
      <vt:lpstr>PowerPoint Presentation</vt:lpstr>
      <vt:lpstr>git push</vt:lpstr>
      <vt:lpstr>PowerPoint Presentation</vt:lpstr>
      <vt:lpstr>git clone</vt:lpstr>
      <vt:lpstr>Github</vt:lpstr>
      <vt:lpstr>PowerPoint Presentation</vt:lpstr>
      <vt:lpstr>PowerPoint Presentation</vt:lpstr>
      <vt:lpstr>Github</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Classes &amp; Objects</dc:title>
  <dc:creator>rochafi</dc:creator>
  <cp:lastModifiedBy>Baron</cp:lastModifiedBy>
  <cp:revision>1674</cp:revision>
  <dcterms:modified xsi:type="dcterms:W3CDTF">2021-03-30T03:33:51Z</dcterms:modified>
</cp:coreProperties>
</file>